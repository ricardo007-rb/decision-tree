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0"/>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rker Decision Tree for Authentic Effort &amp; AI Use" id="{686F5E82-4D6A-48FC-82AF-0DE77E623F8F}">
          <p14:sldIdLst>
            <p14:sldId id="2561"/>
          </p14:sldIdLst>
        </p14:section>
        <p14:section name="Introduction" id="{55A2B80C-EC13-4946-BEED-A4BE82666303}">
          <p14:sldIdLst>
            <p14:sldId id="2562"/>
            <p14:sldId id="2563"/>
          </p14:sldIdLst>
        </p14:section>
        <p14:section name="Marker Decision Tree Flowchart" id="{218CD6B3-6149-4924-A7F8-0BD3C59E59C1}">
          <p14:sldIdLst>
            <p14:sldId id="2564"/>
            <p14:sldId id="2565"/>
          </p14:sldIdLst>
        </p14:section>
        <p14:section name="Checklist for Authentic Effort" id="{E25814E5-4378-44EA-8903-BD620C5FC0EC}">
          <p14:sldIdLst>
            <p14:sldId id="2566"/>
            <p14:sldId id="2567"/>
          </p14:sldIdLst>
        </p14:section>
        <p14:section name="Rubric for Authentic Effort" id="{F683D92D-A027-46E0-987F-F7EEC7FE943A}">
          <p14:sldIdLst>
            <p14:sldId id="2568"/>
            <p14:sldId id="2569"/>
          </p14:sldIdLst>
        </p14:section>
        <p14:section name="Sample Reflection Paragraph" id="{6889B6C9-AE88-4CEF-9D1E-4FAEC1B18A0A}">
          <p14:sldIdLst>
            <p14:sldId id="2570"/>
            <p14:sldId id="2571"/>
          </p14:sldIdLst>
        </p14:section>
        <p14:section name="Key Tips for Markers" id="{A4C8AEB2-FD44-4247-A98D-6721271FD391}">
          <p14:sldIdLst>
            <p14:sldId id="2572"/>
            <p14:sldId id="2573"/>
          </p14:sldIdLst>
        </p14:section>
        <p14:section name="Conclusion" id="{02ADFE41-C105-40BD-9D03-F409CA0B8E13}">
          <p14:sldIdLst>
            <p14:sldId id="2574"/>
            <p14:sldId id="25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FEC926-38F4-4865-9C2E-B27079EA8521}" v="17" dt="2025-11-14T12:13:02.3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varScale="1">
        <p:scale>
          <a:sx n="96" d="100"/>
          <a:sy n="96" d="100"/>
        </p:scale>
        <p:origin x="1152" y="312"/>
      </p:cViewPr>
      <p:guideLst/>
    </p:cSldViewPr>
  </p:slideViewPr>
  <p:notesTextViewPr>
    <p:cViewPr>
      <p:scale>
        <a:sx n="3" d="2"/>
        <a:sy n="3" d="2"/>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7.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7.jpeg"/></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606DC03-33AC-4076-9ACB-318F3A432F6F}" type="doc">
      <dgm:prSet loTypeId="urn:microsoft.com/office/officeart/2024/3/layout/verticalVisualTextBlock1" loCatId="Picture" qsTypeId="urn:microsoft.com/office/officeart/2005/8/quickstyle/simple4" qsCatId="simple" csTypeId="urn:microsoft.com/office/officeart/2005/8/colors/accent0_2" csCatId="mainScheme" phldr="1"/>
      <dgm:spPr/>
      <dgm:t>
        <a:bodyPr/>
        <a:lstStyle/>
        <a:p>
          <a:endParaRPr lang="en-US"/>
        </a:p>
      </dgm:t>
    </dgm:pt>
    <dgm:pt modelId="{5B9B6666-66EB-4AA5-8C75-0BDA0220507E}">
      <dgm:prSet/>
      <dgm:spPr/>
      <dgm:t>
        <a:bodyPr/>
        <a:lstStyle/>
        <a:p>
          <a:pPr>
            <a:lnSpc>
              <a:spcPct val="100000"/>
            </a:lnSpc>
            <a:defRPr b="1"/>
          </a:pPr>
          <a:r>
            <a:rPr lang="en-US"/>
            <a:t>Guide for Educators</a:t>
          </a:r>
        </a:p>
      </dgm:t>
    </dgm:pt>
    <dgm:pt modelId="{3ED82C2B-C143-458E-976B-EDEFC2AB623E}" type="parTrans" cxnId="{BFD19BDC-50C3-4C20-B10A-D13E230BA3FC}">
      <dgm:prSet/>
      <dgm:spPr/>
      <dgm:t>
        <a:bodyPr/>
        <a:lstStyle/>
        <a:p>
          <a:endParaRPr lang="en-US"/>
        </a:p>
      </dgm:t>
    </dgm:pt>
    <dgm:pt modelId="{A44BA17B-4267-463E-807C-9DDC1AA19B5C}" type="sibTrans" cxnId="{BFD19BDC-50C3-4C20-B10A-D13E230BA3FC}">
      <dgm:prSet/>
      <dgm:spPr/>
      <dgm:t>
        <a:bodyPr/>
        <a:lstStyle/>
        <a:p>
          <a:pPr>
            <a:lnSpc>
              <a:spcPct val="100000"/>
            </a:lnSpc>
            <a:defRPr b="1"/>
          </a:pPr>
          <a:endParaRPr lang="en-US"/>
        </a:p>
      </dgm:t>
    </dgm:pt>
    <dgm:pt modelId="{9312DBD3-1871-4AEF-9459-18310D5AF5A5}">
      <dgm:prSet/>
      <dgm:spPr/>
      <dgm:t>
        <a:bodyPr/>
        <a:lstStyle/>
        <a:p>
          <a:pPr>
            <a:lnSpc>
              <a:spcPct val="100000"/>
            </a:lnSpc>
          </a:pPr>
          <a:r>
            <a:rPr lang="en-US"/>
            <a:t>The presentation helps educators identify AI-generated content ensuring academic integrity in student submissions.</a:t>
          </a:r>
        </a:p>
      </dgm:t>
    </dgm:pt>
    <dgm:pt modelId="{20100791-DBAA-4F20-AE51-473525BE2D52}" type="parTrans" cxnId="{6F9828B9-A588-4C77-A5F1-797131A6ED46}">
      <dgm:prSet/>
      <dgm:spPr/>
      <dgm:t>
        <a:bodyPr/>
        <a:lstStyle/>
        <a:p>
          <a:endParaRPr lang="en-US"/>
        </a:p>
      </dgm:t>
    </dgm:pt>
    <dgm:pt modelId="{2828B094-9CDB-49B7-B1BD-1B8F735ADC5E}" type="sibTrans" cxnId="{6F9828B9-A588-4C77-A5F1-797131A6ED46}">
      <dgm:prSet/>
      <dgm:spPr/>
      <dgm:t>
        <a:bodyPr/>
        <a:lstStyle/>
        <a:p>
          <a:endParaRPr lang="en-US"/>
        </a:p>
      </dgm:t>
    </dgm:pt>
    <dgm:pt modelId="{64B0421E-B608-407F-BBC9-7E29AFFED765}">
      <dgm:prSet/>
      <dgm:spPr/>
      <dgm:t>
        <a:bodyPr/>
        <a:lstStyle/>
        <a:p>
          <a:pPr>
            <a:lnSpc>
              <a:spcPct val="100000"/>
            </a:lnSpc>
            <a:defRPr b="1"/>
          </a:pPr>
          <a:r>
            <a:rPr lang="en-US"/>
            <a:t>Step-by-Step Decision Tree</a:t>
          </a:r>
        </a:p>
      </dgm:t>
    </dgm:pt>
    <dgm:pt modelId="{0C92A899-45EF-495F-9046-3C44C3810EF2}" type="parTrans" cxnId="{DB2A1FDE-E651-4909-B4EF-591E6A331AB3}">
      <dgm:prSet/>
      <dgm:spPr/>
      <dgm:t>
        <a:bodyPr/>
        <a:lstStyle/>
        <a:p>
          <a:endParaRPr lang="en-US"/>
        </a:p>
      </dgm:t>
    </dgm:pt>
    <dgm:pt modelId="{9F34204D-9404-49CC-9E2D-A2AA05309B5D}" type="sibTrans" cxnId="{DB2A1FDE-E651-4909-B4EF-591E6A331AB3}">
      <dgm:prSet/>
      <dgm:spPr/>
      <dgm:t>
        <a:bodyPr/>
        <a:lstStyle/>
        <a:p>
          <a:pPr>
            <a:lnSpc>
              <a:spcPct val="100000"/>
            </a:lnSpc>
            <a:defRPr b="1"/>
          </a:pPr>
          <a:endParaRPr lang="en-US"/>
        </a:p>
      </dgm:t>
    </dgm:pt>
    <dgm:pt modelId="{C74B2D53-63D5-48E3-BBF0-B743F16C6B50}">
      <dgm:prSet/>
      <dgm:spPr/>
      <dgm:t>
        <a:bodyPr/>
        <a:lstStyle/>
        <a:p>
          <a:pPr>
            <a:lnSpc>
              <a:spcPct val="100000"/>
            </a:lnSpc>
          </a:pPr>
          <a:r>
            <a:rPr lang="en-US"/>
            <a:t>A structured approach reviews disclosures, evidence, suspicious features, and oral checks to evaluate submissions.</a:t>
          </a:r>
        </a:p>
      </dgm:t>
    </dgm:pt>
    <dgm:pt modelId="{0B226821-0526-416C-9465-4E64AC681907}" type="parTrans" cxnId="{31F3186E-1D50-4113-B540-4FF0826D891A}">
      <dgm:prSet/>
      <dgm:spPr/>
      <dgm:t>
        <a:bodyPr/>
        <a:lstStyle/>
        <a:p>
          <a:endParaRPr lang="en-US"/>
        </a:p>
      </dgm:t>
    </dgm:pt>
    <dgm:pt modelId="{4B84D024-A404-44D9-B0D5-262EE422E7D6}" type="sibTrans" cxnId="{31F3186E-1D50-4113-B540-4FF0826D891A}">
      <dgm:prSet/>
      <dgm:spPr/>
      <dgm:t>
        <a:bodyPr/>
        <a:lstStyle/>
        <a:p>
          <a:endParaRPr lang="en-US"/>
        </a:p>
      </dgm:t>
    </dgm:pt>
    <dgm:pt modelId="{1A9F831E-4E14-47E7-97F9-F436F2C07813}">
      <dgm:prSet/>
      <dgm:spPr/>
      <dgm:t>
        <a:bodyPr/>
        <a:lstStyle/>
        <a:p>
          <a:pPr>
            <a:lnSpc>
              <a:spcPct val="100000"/>
            </a:lnSpc>
            <a:defRPr b="1"/>
          </a:pPr>
          <a:r>
            <a:rPr lang="en-US"/>
            <a:t>Promoting Fair Marking</a:t>
          </a:r>
        </a:p>
      </dgm:t>
    </dgm:pt>
    <dgm:pt modelId="{45B18F6F-F614-41A0-AC7A-C797ED8CA6D9}" type="parTrans" cxnId="{88430187-F480-4EB6-BA23-FAF0C0F6D823}">
      <dgm:prSet/>
      <dgm:spPr/>
      <dgm:t>
        <a:bodyPr/>
        <a:lstStyle/>
        <a:p>
          <a:endParaRPr lang="en-US"/>
        </a:p>
      </dgm:t>
    </dgm:pt>
    <dgm:pt modelId="{0565582D-01BD-4639-85DD-95D408127F8A}" type="sibTrans" cxnId="{88430187-F480-4EB6-BA23-FAF0C0F6D823}">
      <dgm:prSet/>
      <dgm:spPr/>
      <dgm:t>
        <a:bodyPr/>
        <a:lstStyle/>
        <a:p>
          <a:endParaRPr lang="en-US"/>
        </a:p>
      </dgm:t>
    </dgm:pt>
    <dgm:pt modelId="{0A11FE01-1D44-4797-B6BE-933C7CAF4C2D}">
      <dgm:prSet/>
      <dgm:spPr/>
      <dgm:t>
        <a:bodyPr/>
        <a:lstStyle/>
        <a:p>
          <a:pPr>
            <a:lnSpc>
              <a:spcPct val="100000"/>
            </a:lnSpc>
          </a:pPr>
          <a:r>
            <a:rPr lang="en-US"/>
            <a:t>Supports consistent marking practices while encouraging transparency and accountability among students.</a:t>
          </a:r>
        </a:p>
      </dgm:t>
    </dgm:pt>
    <dgm:pt modelId="{46F4FCCD-02EA-49C4-B883-06930406C6F7}" type="parTrans" cxnId="{DBF29E66-83F9-4093-ACD7-167BCACF9847}">
      <dgm:prSet/>
      <dgm:spPr/>
      <dgm:t>
        <a:bodyPr/>
        <a:lstStyle/>
        <a:p>
          <a:endParaRPr lang="en-US"/>
        </a:p>
      </dgm:t>
    </dgm:pt>
    <dgm:pt modelId="{F789761D-D883-4214-8174-A2097BEF8D55}" type="sibTrans" cxnId="{DBF29E66-83F9-4093-ACD7-167BCACF9847}">
      <dgm:prSet/>
      <dgm:spPr/>
      <dgm:t>
        <a:bodyPr/>
        <a:lstStyle/>
        <a:p>
          <a:endParaRPr lang="en-US"/>
        </a:p>
      </dgm:t>
    </dgm:pt>
    <dgm:pt modelId="{B651A5B1-9CE2-4C80-8939-853B2E57BB14}" type="pres">
      <dgm:prSet presAssocID="{B606DC03-33AC-4076-9ACB-318F3A432F6F}" presName="Root" presStyleCnt="0">
        <dgm:presLayoutVars>
          <dgm:dir/>
          <dgm:resizeHandles val="exact"/>
        </dgm:presLayoutVars>
      </dgm:prSet>
      <dgm:spPr/>
    </dgm:pt>
    <dgm:pt modelId="{6112A01B-EA6E-4ECA-BC21-C5D43C2A5CA3}" type="pres">
      <dgm:prSet presAssocID="{5B9B6666-66EB-4AA5-8C75-0BDA0220507E}" presName="Composite" presStyleCnt="0"/>
      <dgm:spPr/>
    </dgm:pt>
    <dgm:pt modelId="{5CEA5E00-D82E-4F16-BABA-74B4021E96F4}" type="pres">
      <dgm:prSet presAssocID="{5B9B6666-66EB-4AA5-8C75-0BDA0220507E}"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8977" r="11767" b="-9"/>
          <a:stretch/>
        </a:blipFill>
      </dgm:spPr>
      <dgm:extLst>
        <a:ext uri="{E40237B7-FDA0-4F09-8148-C483321AD2D9}">
          <dgm14:cNvPr xmlns:dgm14="http://schemas.microsoft.com/office/drawing/2010/diagram" id="0" name="" descr="Hand holding a pen, green highlighter marker. Organization and planning, studying, university."/>
        </a:ext>
      </dgm:extLst>
    </dgm:pt>
    <dgm:pt modelId="{B7723C59-B8D2-4A05-B15B-43511A9153C6}" type="pres">
      <dgm:prSet presAssocID="{5B9B6666-66EB-4AA5-8C75-0BDA0220507E}" presName="Subtitle" presStyleLbl="revTx" presStyleIdx="0" presStyleCnt="6">
        <dgm:presLayoutVars>
          <dgm:chMax val="0"/>
          <dgm:bulletEnabled/>
        </dgm:presLayoutVars>
      </dgm:prSet>
      <dgm:spPr/>
    </dgm:pt>
    <dgm:pt modelId="{876CB983-5123-47F1-95A0-5E09ADC5985B}" type="pres">
      <dgm:prSet presAssocID="{5B9B6666-66EB-4AA5-8C75-0BDA0220507E}" presName="Description" presStyleLbl="revTx" presStyleIdx="1" presStyleCnt="6">
        <dgm:presLayoutVars>
          <dgm:bulletEnabled/>
        </dgm:presLayoutVars>
      </dgm:prSet>
      <dgm:spPr/>
    </dgm:pt>
    <dgm:pt modelId="{D6851A32-E1BD-4F86-B738-5555553B4CF5}" type="pres">
      <dgm:prSet presAssocID="{A44BA17B-4267-463E-807C-9DDC1AA19B5C}" presName="sibTrans" presStyleLbl="sibTrans2D1" presStyleIdx="0" presStyleCnt="0"/>
      <dgm:spPr/>
    </dgm:pt>
    <dgm:pt modelId="{99A10688-691A-4E94-9ECF-6E94952C53B4}" type="pres">
      <dgm:prSet presAssocID="{64B0421E-B608-407F-BBC9-7E29AFFED765}" presName="Composite" presStyleCnt="0"/>
      <dgm:spPr/>
    </dgm:pt>
    <dgm:pt modelId="{E221E3B6-A2D2-4E70-8732-849BC830539C}" type="pres">
      <dgm:prSet presAssocID="{64B0421E-B608-407F-BBC9-7E29AFFED765}"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5069" r="19432" b="2"/>
          <a:stretch/>
        </a:blipFill>
      </dgm:spPr>
      <dgm:extLst>
        <a:ext uri="{E40237B7-FDA0-4F09-8148-C483321AD2D9}">
          <dgm14:cNvPr xmlns:dgm14="http://schemas.microsoft.com/office/drawing/2010/diagram" id="0" name="" descr="Female drawing flow chart"/>
        </a:ext>
      </dgm:extLst>
    </dgm:pt>
    <dgm:pt modelId="{1B7A6AD3-64E9-4F65-A17F-9B8F2FCFB5BD}" type="pres">
      <dgm:prSet presAssocID="{64B0421E-B608-407F-BBC9-7E29AFFED765}" presName="Subtitle" presStyleLbl="revTx" presStyleIdx="2" presStyleCnt="6">
        <dgm:presLayoutVars>
          <dgm:chMax val="0"/>
          <dgm:bulletEnabled/>
        </dgm:presLayoutVars>
      </dgm:prSet>
      <dgm:spPr/>
    </dgm:pt>
    <dgm:pt modelId="{6870567F-AEDF-44DC-AD65-08C12FEFA4F6}" type="pres">
      <dgm:prSet presAssocID="{64B0421E-B608-407F-BBC9-7E29AFFED765}" presName="Description" presStyleLbl="revTx" presStyleIdx="3" presStyleCnt="6">
        <dgm:presLayoutVars>
          <dgm:bulletEnabled/>
        </dgm:presLayoutVars>
      </dgm:prSet>
      <dgm:spPr/>
    </dgm:pt>
    <dgm:pt modelId="{03AB2B6F-0B83-4AF3-8DD9-D3908329923A}" type="pres">
      <dgm:prSet presAssocID="{9F34204D-9404-49CC-9E2D-A2AA05309B5D}" presName="sibTrans" presStyleLbl="sibTrans2D1" presStyleIdx="0" presStyleCnt="0"/>
      <dgm:spPr/>
    </dgm:pt>
    <dgm:pt modelId="{0A56FC89-BA64-4864-8D2C-8E0FE37B3309}" type="pres">
      <dgm:prSet presAssocID="{1A9F831E-4E14-47E7-97F9-F436F2C07813}" presName="Composite" presStyleCnt="0"/>
      <dgm:spPr/>
    </dgm:pt>
    <dgm:pt modelId="{1561EEA3-28E7-465B-BADF-AD8233A1BECC}" type="pres">
      <dgm:prSet presAssocID="{1A9F831E-4E14-47E7-97F9-F436F2C07813}"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r="25003" b="3"/>
          <a:stretch/>
        </a:blipFill>
      </dgm:spPr>
      <dgm:extLst>
        <a:ext uri="{E40237B7-FDA0-4F09-8148-C483321AD2D9}">
          <dgm14:cNvPr xmlns:dgm14="http://schemas.microsoft.com/office/drawing/2010/diagram" id="0" name="" descr="A gold and silver sphere balancing on a platform"/>
        </a:ext>
      </dgm:extLst>
    </dgm:pt>
    <dgm:pt modelId="{94D1F2B9-AEE0-44AB-85A5-88C021236C0B}" type="pres">
      <dgm:prSet presAssocID="{1A9F831E-4E14-47E7-97F9-F436F2C07813}" presName="Subtitle" presStyleLbl="revTx" presStyleIdx="4" presStyleCnt="6">
        <dgm:presLayoutVars>
          <dgm:chMax val="0"/>
          <dgm:bulletEnabled/>
        </dgm:presLayoutVars>
      </dgm:prSet>
      <dgm:spPr/>
    </dgm:pt>
    <dgm:pt modelId="{A433A41E-0534-4486-B9F8-3FD1330FD861}" type="pres">
      <dgm:prSet presAssocID="{1A9F831E-4E14-47E7-97F9-F436F2C07813}" presName="Description" presStyleLbl="revTx" presStyleIdx="5" presStyleCnt="6">
        <dgm:presLayoutVars>
          <dgm:bulletEnabled/>
        </dgm:presLayoutVars>
      </dgm:prSet>
      <dgm:spPr/>
    </dgm:pt>
  </dgm:ptLst>
  <dgm:cxnLst>
    <dgm:cxn modelId="{7B92FB1F-7AA7-4592-B785-EE49A087B6DC}" type="presOf" srcId="{0A11FE01-1D44-4797-B6BE-933C7CAF4C2D}" destId="{A433A41E-0534-4486-B9F8-3FD1330FD861}" srcOrd="0" destOrd="0" presId="urn:microsoft.com/office/officeart/2024/3/layout/verticalVisualTextBlock1"/>
    <dgm:cxn modelId="{6C534662-0979-489D-8361-F4E28A6D98B1}" type="presOf" srcId="{5B9B6666-66EB-4AA5-8C75-0BDA0220507E}" destId="{B7723C59-B8D2-4A05-B15B-43511A9153C6}" srcOrd="0" destOrd="0" presId="urn:microsoft.com/office/officeart/2024/3/layout/verticalVisualTextBlock1"/>
    <dgm:cxn modelId="{DBF29E66-83F9-4093-ACD7-167BCACF9847}" srcId="{1A9F831E-4E14-47E7-97F9-F436F2C07813}" destId="{0A11FE01-1D44-4797-B6BE-933C7CAF4C2D}" srcOrd="0" destOrd="0" parTransId="{46F4FCCD-02EA-49C4-B883-06930406C6F7}" sibTransId="{F789761D-D883-4214-8174-A2097BEF8D55}"/>
    <dgm:cxn modelId="{7E369F66-BD0A-4122-882C-902443D5562C}" type="presOf" srcId="{9312DBD3-1871-4AEF-9459-18310D5AF5A5}" destId="{876CB983-5123-47F1-95A0-5E09ADC5985B}" srcOrd="0" destOrd="0" presId="urn:microsoft.com/office/officeart/2024/3/layout/verticalVisualTextBlock1"/>
    <dgm:cxn modelId="{16F5EA6B-053A-4424-913A-B1F49C938126}" type="presOf" srcId="{B606DC03-33AC-4076-9ACB-318F3A432F6F}" destId="{B651A5B1-9CE2-4C80-8939-853B2E57BB14}" srcOrd="0" destOrd="0" presId="urn:microsoft.com/office/officeart/2024/3/layout/verticalVisualTextBlock1"/>
    <dgm:cxn modelId="{31F3186E-1D50-4113-B540-4FF0826D891A}" srcId="{64B0421E-B608-407F-BBC9-7E29AFFED765}" destId="{C74B2D53-63D5-48E3-BBF0-B743F16C6B50}" srcOrd="0" destOrd="0" parTransId="{0B226821-0526-416C-9465-4E64AC681907}" sibTransId="{4B84D024-A404-44D9-B0D5-262EE422E7D6}"/>
    <dgm:cxn modelId="{8212C052-AC56-4717-8C04-77B6770DB163}" type="presOf" srcId="{1A9F831E-4E14-47E7-97F9-F436F2C07813}" destId="{94D1F2B9-AEE0-44AB-85A5-88C021236C0B}" srcOrd="0" destOrd="0" presId="urn:microsoft.com/office/officeart/2024/3/layout/verticalVisualTextBlock1"/>
    <dgm:cxn modelId="{CCCD1979-1AB8-40BB-9233-F706F081F20D}" type="presOf" srcId="{A44BA17B-4267-463E-807C-9DDC1AA19B5C}" destId="{D6851A32-E1BD-4F86-B738-5555553B4CF5}" srcOrd="0" destOrd="0" presId="urn:microsoft.com/office/officeart/2024/3/layout/verticalVisualTextBlock1"/>
    <dgm:cxn modelId="{88430187-F480-4EB6-BA23-FAF0C0F6D823}" srcId="{B606DC03-33AC-4076-9ACB-318F3A432F6F}" destId="{1A9F831E-4E14-47E7-97F9-F436F2C07813}" srcOrd="2" destOrd="0" parTransId="{45B18F6F-F614-41A0-AC7A-C797ED8CA6D9}" sibTransId="{0565582D-01BD-4639-85DD-95D408127F8A}"/>
    <dgm:cxn modelId="{6F9828B9-A588-4C77-A5F1-797131A6ED46}" srcId="{5B9B6666-66EB-4AA5-8C75-0BDA0220507E}" destId="{9312DBD3-1871-4AEF-9459-18310D5AF5A5}" srcOrd="0" destOrd="0" parTransId="{20100791-DBAA-4F20-AE51-473525BE2D52}" sibTransId="{2828B094-9CDB-49B7-B1BD-1B8F735ADC5E}"/>
    <dgm:cxn modelId="{A2C798CE-F7CE-431A-99A1-1ABAF7FEC065}" type="presOf" srcId="{64B0421E-B608-407F-BBC9-7E29AFFED765}" destId="{1B7A6AD3-64E9-4F65-A17F-9B8F2FCFB5BD}" srcOrd="0" destOrd="0" presId="urn:microsoft.com/office/officeart/2024/3/layout/verticalVisualTextBlock1"/>
    <dgm:cxn modelId="{BD7057DC-015F-41B9-9F7D-77D8BEC7CA18}" type="presOf" srcId="{C74B2D53-63D5-48E3-BBF0-B743F16C6B50}" destId="{6870567F-AEDF-44DC-AD65-08C12FEFA4F6}" srcOrd="0" destOrd="0" presId="urn:microsoft.com/office/officeart/2024/3/layout/verticalVisualTextBlock1"/>
    <dgm:cxn modelId="{BFD19BDC-50C3-4C20-B10A-D13E230BA3FC}" srcId="{B606DC03-33AC-4076-9ACB-318F3A432F6F}" destId="{5B9B6666-66EB-4AA5-8C75-0BDA0220507E}" srcOrd="0" destOrd="0" parTransId="{3ED82C2B-C143-458E-976B-EDEFC2AB623E}" sibTransId="{A44BA17B-4267-463E-807C-9DDC1AA19B5C}"/>
    <dgm:cxn modelId="{DB2A1FDE-E651-4909-B4EF-591E6A331AB3}" srcId="{B606DC03-33AC-4076-9ACB-318F3A432F6F}" destId="{64B0421E-B608-407F-BBC9-7E29AFFED765}" srcOrd="1" destOrd="0" parTransId="{0C92A899-45EF-495F-9046-3C44C3810EF2}" sibTransId="{9F34204D-9404-49CC-9E2D-A2AA05309B5D}"/>
    <dgm:cxn modelId="{EA8FE2F3-9764-4326-9AC3-989F66A59013}" type="presOf" srcId="{9F34204D-9404-49CC-9E2D-A2AA05309B5D}" destId="{03AB2B6F-0B83-4AF3-8DD9-D3908329923A}" srcOrd="0" destOrd="0" presId="urn:microsoft.com/office/officeart/2024/3/layout/verticalVisualTextBlock1"/>
    <dgm:cxn modelId="{626C0114-18E3-45C9-B992-976B836F72C9}" type="presParOf" srcId="{B651A5B1-9CE2-4C80-8939-853B2E57BB14}" destId="{6112A01B-EA6E-4ECA-BC21-C5D43C2A5CA3}" srcOrd="0" destOrd="0" presId="urn:microsoft.com/office/officeart/2024/3/layout/verticalVisualTextBlock1"/>
    <dgm:cxn modelId="{1CB1ED74-20AA-4B96-9F45-D47E482BECDE}" type="presParOf" srcId="{6112A01B-EA6E-4ECA-BC21-C5D43C2A5CA3}" destId="{5CEA5E00-D82E-4F16-BABA-74B4021E96F4}" srcOrd="0" destOrd="0" presId="urn:microsoft.com/office/officeart/2024/3/layout/verticalVisualTextBlock1"/>
    <dgm:cxn modelId="{B0BBECCE-C6F5-4D3E-91AC-FA25EFC0C103}" type="presParOf" srcId="{6112A01B-EA6E-4ECA-BC21-C5D43C2A5CA3}" destId="{B7723C59-B8D2-4A05-B15B-43511A9153C6}" srcOrd="1" destOrd="0" presId="urn:microsoft.com/office/officeart/2024/3/layout/verticalVisualTextBlock1"/>
    <dgm:cxn modelId="{3C2C2CF0-948F-465E-9E26-D14481DF21EA}" type="presParOf" srcId="{6112A01B-EA6E-4ECA-BC21-C5D43C2A5CA3}" destId="{876CB983-5123-47F1-95A0-5E09ADC5985B}" srcOrd="2" destOrd="0" presId="urn:microsoft.com/office/officeart/2024/3/layout/verticalVisualTextBlock1"/>
    <dgm:cxn modelId="{EF93E041-CDBE-4595-AA0E-017F61434931}" type="presParOf" srcId="{B651A5B1-9CE2-4C80-8939-853B2E57BB14}" destId="{D6851A32-E1BD-4F86-B738-5555553B4CF5}" srcOrd="1" destOrd="0" presId="urn:microsoft.com/office/officeart/2024/3/layout/verticalVisualTextBlock1"/>
    <dgm:cxn modelId="{4DE86471-2A55-4AFC-8429-94A7555F8798}" type="presParOf" srcId="{B651A5B1-9CE2-4C80-8939-853B2E57BB14}" destId="{99A10688-691A-4E94-9ECF-6E94952C53B4}" srcOrd="2" destOrd="0" presId="urn:microsoft.com/office/officeart/2024/3/layout/verticalVisualTextBlock1"/>
    <dgm:cxn modelId="{F48D7705-9862-493C-9A87-BA0CDB0A323B}" type="presParOf" srcId="{99A10688-691A-4E94-9ECF-6E94952C53B4}" destId="{E221E3B6-A2D2-4E70-8732-849BC830539C}" srcOrd="0" destOrd="0" presId="urn:microsoft.com/office/officeart/2024/3/layout/verticalVisualTextBlock1"/>
    <dgm:cxn modelId="{A1E9C3A5-C7DA-4D21-8F7E-75896622439A}" type="presParOf" srcId="{99A10688-691A-4E94-9ECF-6E94952C53B4}" destId="{1B7A6AD3-64E9-4F65-A17F-9B8F2FCFB5BD}" srcOrd="1" destOrd="0" presId="urn:microsoft.com/office/officeart/2024/3/layout/verticalVisualTextBlock1"/>
    <dgm:cxn modelId="{09198A8C-7249-4B5A-AD2C-16ABC62E4F53}" type="presParOf" srcId="{99A10688-691A-4E94-9ECF-6E94952C53B4}" destId="{6870567F-AEDF-44DC-AD65-08C12FEFA4F6}" srcOrd="2" destOrd="0" presId="urn:microsoft.com/office/officeart/2024/3/layout/verticalVisualTextBlock1"/>
    <dgm:cxn modelId="{A9D67CBF-B57D-44F0-9FC7-609C6E64416D}" type="presParOf" srcId="{B651A5B1-9CE2-4C80-8939-853B2E57BB14}" destId="{03AB2B6F-0B83-4AF3-8DD9-D3908329923A}" srcOrd="3" destOrd="0" presId="urn:microsoft.com/office/officeart/2024/3/layout/verticalVisualTextBlock1"/>
    <dgm:cxn modelId="{6929CF29-51A6-4406-84B0-5DD657979A00}" type="presParOf" srcId="{B651A5B1-9CE2-4C80-8939-853B2E57BB14}" destId="{0A56FC89-BA64-4864-8D2C-8E0FE37B3309}" srcOrd="4" destOrd="0" presId="urn:microsoft.com/office/officeart/2024/3/layout/verticalVisualTextBlock1"/>
    <dgm:cxn modelId="{64DA9198-7316-4313-914A-821B38AF0BB9}" type="presParOf" srcId="{0A56FC89-BA64-4864-8D2C-8E0FE37B3309}" destId="{1561EEA3-28E7-465B-BADF-AD8233A1BECC}" srcOrd="0" destOrd="0" presId="urn:microsoft.com/office/officeart/2024/3/layout/verticalVisualTextBlock1"/>
    <dgm:cxn modelId="{F04B5AAB-9402-47C2-BD93-B27D3CEAAFF2}" type="presParOf" srcId="{0A56FC89-BA64-4864-8D2C-8E0FE37B3309}" destId="{94D1F2B9-AEE0-44AB-85A5-88C021236C0B}" srcOrd="1" destOrd="0" presId="urn:microsoft.com/office/officeart/2024/3/layout/verticalVisualTextBlock1"/>
    <dgm:cxn modelId="{C31C99BA-AE6D-4C33-8A8D-36325E76F0A0}" type="presParOf" srcId="{0A56FC89-BA64-4864-8D2C-8E0FE37B3309}" destId="{A433A41E-0534-4486-B9F8-3FD1330FD861}"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EA5E00-D82E-4F16-BABA-74B4021E96F4}">
      <dsp:nvSpPr>
        <dsp:cNvPr id="0" name=""/>
        <dsp:cNvSpPr/>
      </dsp:nvSpPr>
      <dsp:spPr>
        <a:xfrm>
          <a:off x="0" y="0"/>
          <a:ext cx="1487350" cy="1487350"/>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8977" r="11767" b="-9"/>
          <a:stretch/>
        </a:blipFill>
        <a:ln>
          <a:noFill/>
        </a:ln>
        <a:effectLst/>
      </dsp:spPr>
      <dsp:style>
        <a:lnRef idx="0">
          <a:scrgbClr r="0" g="0" b="0"/>
        </a:lnRef>
        <a:fillRef idx="3">
          <a:scrgbClr r="0" g="0" b="0"/>
        </a:fillRef>
        <a:effectRef idx="2">
          <a:scrgbClr r="0" g="0" b="0"/>
        </a:effectRef>
        <a:fontRef idx="minor">
          <a:schemeClr val="lt1"/>
        </a:fontRef>
      </dsp:style>
    </dsp:sp>
    <dsp:sp modelId="{B7723C59-B8D2-4A05-B15B-43511A9153C6}">
      <dsp:nvSpPr>
        <dsp:cNvPr id="0" name=""/>
        <dsp:cNvSpPr/>
      </dsp:nvSpPr>
      <dsp:spPr>
        <a:xfrm>
          <a:off x="1667350" y="0"/>
          <a:ext cx="9586317" cy="3790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Guide for Educators</a:t>
          </a:r>
        </a:p>
      </dsp:txBody>
      <dsp:txXfrm>
        <a:off x="1667350" y="0"/>
        <a:ext cx="9586317" cy="379097"/>
      </dsp:txXfrm>
    </dsp:sp>
    <dsp:sp modelId="{876CB983-5123-47F1-95A0-5E09ADC5985B}">
      <dsp:nvSpPr>
        <dsp:cNvPr id="0" name=""/>
        <dsp:cNvSpPr/>
      </dsp:nvSpPr>
      <dsp:spPr>
        <a:xfrm>
          <a:off x="1667350" y="379097"/>
          <a:ext cx="9586317" cy="11082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The presentation helps educators identify AI-generated content ensuring academic integrity in student submissions.</a:t>
          </a:r>
        </a:p>
      </dsp:txBody>
      <dsp:txXfrm>
        <a:off x="1667350" y="379097"/>
        <a:ext cx="9586317" cy="1108253"/>
      </dsp:txXfrm>
    </dsp:sp>
    <dsp:sp modelId="{E221E3B6-A2D2-4E70-8732-849BC830539C}">
      <dsp:nvSpPr>
        <dsp:cNvPr id="0" name=""/>
        <dsp:cNvSpPr/>
      </dsp:nvSpPr>
      <dsp:spPr>
        <a:xfrm>
          <a:off x="0" y="1606338"/>
          <a:ext cx="1487350" cy="1487350"/>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5069" r="19432" b="2"/>
          <a:stretch/>
        </a:blipFill>
        <a:ln>
          <a:noFill/>
        </a:ln>
        <a:effectLst/>
      </dsp:spPr>
      <dsp:style>
        <a:lnRef idx="0">
          <a:scrgbClr r="0" g="0" b="0"/>
        </a:lnRef>
        <a:fillRef idx="3">
          <a:scrgbClr r="0" g="0" b="0"/>
        </a:fillRef>
        <a:effectRef idx="2">
          <a:scrgbClr r="0" g="0" b="0"/>
        </a:effectRef>
        <a:fontRef idx="minor">
          <a:schemeClr val="lt1"/>
        </a:fontRef>
      </dsp:style>
    </dsp:sp>
    <dsp:sp modelId="{1B7A6AD3-64E9-4F65-A17F-9B8F2FCFB5BD}">
      <dsp:nvSpPr>
        <dsp:cNvPr id="0" name=""/>
        <dsp:cNvSpPr/>
      </dsp:nvSpPr>
      <dsp:spPr>
        <a:xfrm>
          <a:off x="1667350" y="1606338"/>
          <a:ext cx="9586317" cy="3790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Step-by-Step Decision Tree</a:t>
          </a:r>
        </a:p>
      </dsp:txBody>
      <dsp:txXfrm>
        <a:off x="1667350" y="1606338"/>
        <a:ext cx="9586317" cy="379097"/>
      </dsp:txXfrm>
    </dsp:sp>
    <dsp:sp modelId="{6870567F-AEDF-44DC-AD65-08C12FEFA4F6}">
      <dsp:nvSpPr>
        <dsp:cNvPr id="0" name=""/>
        <dsp:cNvSpPr/>
      </dsp:nvSpPr>
      <dsp:spPr>
        <a:xfrm>
          <a:off x="1667350" y="1985435"/>
          <a:ext cx="9586317" cy="11082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A structured approach reviews disclosures, evidence, suspicious features, and oral checks to evaluate submissions.</a:t>
          </a:r>
        </a:p>
      </dsp:txBody>
      <dsp:txXfrm>
        <a:off x="1667350" y="1985435"/>
        <a:ext cx="9586317" cy="1108253"/>
      </dsp:txXfrm>
    </dsp:sp>
    <dsp:sp modelId="{1561EEA3-28E7-465B-BADF-AD8233A1BECC}">
      <dsp:nvSpPr>
        <dsp:cNvPr id="0" name=""/>
        <dsp:cNvSpPr/>
      </dsp:nvSpPr>
      <dsp:spPr>
        <a:xfrm>
          <a:off x="0" y="3212676"/>
          <a:ext cx="1487350" cy="1487350"/>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r="25003" b="3"/>
          <a:stretch/>
        </a:blipFill>
        <a:ln>
          <a:noFill/>
        </a:ln>
        <a:effectLst/>
      </dsp:spPr>
      <dsp:style>
        <a:lnRef idx="0">
          <a:scrgbClr r="0" g="0" b="0"/>
        </a:lnRef>
        <a:fillRef idx="3">
          <a:scrgbClr r="0" g="0" b="0"/>
        </a:fillRef>
        <a:effectRef idx="2">
          <a:scrgbClr r="0" g="0" b="0"/>
        </a:effectRef>
        <a:fontRef idx="minor">
          <a:schemeClr val="lt1"/>
        </a:fontRef>
      </dsp:style>
    </dsp:sp>
    <dsp:sp modelId="{94D1F2B9-AEE0-44AB-85A5-88C021236C0B}">
      <dsp:nvSpPr>
        <dsp:cNvPr id="0" name=""/>
        <dsp:cNvSpPr/>
      </dsp:nvSpPr>
      <dsp:spPr>
        <a:xfrm>
          <a:off x="1667350" y="3212676"/>
          <a:ext cx="9586317" cy="3790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Promoting Fair Marking</a:t>
          </a:r>
        </a:p>
      </dsp:txBody>
      <dsp:txXfrm>
        <a:off x="1667350" y="3212676"/>
        <a:ext cx="9586317" cy="379097"/>
      </dsp:txXfrm>
    </dsp:sp>
    <dsp:sp modelId="{A433A41E-0534-4486-B9F8-3FD1330FD861}">
      <dsp:nvSpPr>
        <dsp:cNvPr id="0" name=""/>
        <dsp:cNvSpPr/>
      </dsp:nvSpPr>
      <dsp:spPr>
        <a:xfrm>
          <a:off x="1667350" y="3591773"/>
          <a:ext cx="9586317" cy="11082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Supports consistent marking practices while encouraging transparency and accountability among students.</a:t>
          </a:r>
        </a:p>
      </dsp:txBody>
      <dsp:txXfrm>
        <a:off x="1667350" y="3591773"/>
        <a:ext cx="9586317" cy="1108253"/>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CE183F-3795-4CFA-92E8-31A5535EEBC1}" type="datetimeFigureOut">
              <a:t>11/14/2025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904E89-63A0-4BB5-9E0C-79C41E3F040D}" type="slidenum">
              <a:t>‹#›</a:t>
            </a:fld>
            <a:endParaRPr lang="en-US"/>
          </a:p>
        </p:txBody>
      </p:sp>
    </p:spTree>
    <p:extLst>
      <p:ext uri="{BB962C8B-B14F-4D97-AF65-F5344CB8AC3E}">
        <p14:creationId xmlns:p14="http://schemas.microsoft.com/office/powerpoint/2010/main" val="16493074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7A67EEEC-78E1-4B45-875B-3DFE5545491F}" type="slidenum">
              <a:t>1</a:t>
            </a:fld>
            <a:endParaRPr lang="en-US"/>
          </a:p>
        </p:txBody>
      </p:sp>
    </p:spTree>
    <p:extLst>
      <p:ext uri="{BB962C8B-B14F-4D97-AF65-F5344CB8AC3E}">
        <p14:creationId xmlns:p14="http://schemas.microsoft.com/office/powerpoint/2010/main" val="39118957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Overview and Purpose</a:t>
            </a:r>
          </a:p>
        </p:txBody>
      </p:sp>
      <p:sp>
        <p:nvSpPr>
          <p:cNvPr id="4" name="Slide Number Placeholder 3"/>
          <p:cNvSpPr>
            <a:spLocks noGrp="1"/>
          </p:cNvSpPr>
          <p:nvPr>
            <p:ph type="sldNum" sz="quarter" idx="5"/>
          </p:nvPr>
        </p:nvSpPr>
        <p:spPr/>
        <p:txBody>
          <a:bodyPr/>
          <a:lstStyle/>
          <a:p>
            <a:fld id="{7A67EEEC-78E1-4B45-875B-3DFE5545491F}" type="slidenum">
              <a:t>2</a:t>
            </a:fld>
            <a:endParaRPr lang="en-US"/>
          </a:p>
        </p:txBody>
      </p:sp>
    </p:spTree>
    <p:extLst>
      <p:ext uri="{BB962C8B-B14F-4D97-AF65-F5344CB8AC3E}">
        <p14:creationId xmlns:p14="http://schemas.microsoft.com/office/powerpoint/2010/main" val="5791621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presentation provides a comprehensive guide to the Marker Decision Tree for evaluating authentic student effort and AI use in academic submissions. It is designed to help educators and assessors navigate the process of identifying AI-generated content and ensuring academic integrity. The decision tree outlines a step-by-step approach for reviewing student disclosures, evaluating process evidence, identifying suspicious features, and conducting oral checks when necessary. The goal is to support fair and consistent marking practices while promoting transparency and accountability among students.</a:t>
            </a:r>
          </a:p>
        </p:txBody>
      </p:sp>
      <p:sp>
        <p:nvSpPr>
          <p:cNvPr id="4" name="Slide Number Placeholder 3"/>
          <p:cNvSpPr>
            <a:spLocks noGrp="1"/>
          </p:cNvSpPr>
          <p:nvPr>
            <p:ph type="sldNum" sz="quarter" idx="5"/>
          </p:nvPr>
        </p:nvSpPr>
        <p:spPr/>
        <p:txBody>
          <a:bodyPr/>
          <a:lstStyle/>
          <a:p>
            <a:fld id="{7A67EEEC-78E1-4B45-875B-3DFE5545491F}" type="slidenum">
              <a:t>3</a:t>
            </a:fld>
            <a:endParaRPr lang="en-US"/>
          </a:p>
        </p:txBody>
      </p:sp>
    </p:spTree>
    <p:extLst>
      <p:ext uri="{BB962C8B-B14F-4D97-AF65-F5344CB8AC3E}">
        <p14:creationId xmlns:p14="http://schemas.microsoft.com/office/powerpoint/2010/main" val="1989259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Visual Representation of Decision Steps</a:t>
            </a:r>
          </a:p>
        </p:txBody>
      </p:sp>
      <p:sp>
        <p:nvSpPr>
          <p:cNvPr id="4" name="Slide Number Placeholder 3"/>
          <p:cNvSpPr>
            <a:spLocks noGrp="1"/>
          </p:cNvSpPr>
          <p:nvPr>
            <p:ph type="sldNum" sz="quarter" idx="5"/>
          </p:nvPr>
        </p:nvSpPr>
        <p:spPr/>
        <p:txBody>
          <a:bodyPr/>
          <a:lstStyle/>
          <a:p>
            <a:fld id="{7A67EEEC-78E1-4B45-875B-3DFE5545491F}" type="slidenum">
              <a:t>4</a:t>
            </a:fld>
            <a:endParaRPr lang="en-US"/>
          </a:p>
        </p:txBody>
      </p:sp>
    </p:spTree>
    <p:extLst>
      <p:ext uri="{BB962C8B-B14F-4D97-AF65-F5344CB8AC3E}">
        <p14:creationId xmlns:p14="http://schemas.microsoft.com/office/powerpoint/2010/main" val="17418636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flowchart visually represents the Marker Decision Tree, starting with the initial check for student disclosure of AI use. If a disclosure form is present, the marker reviews the evidence and proceeds to assess authenticity. If no disclosure is provided, the marker evaluates the submission for suspicious features such as sudden changes in writing style, generic content, or improbable depth. If concerns arise, the marker requests additional evidence or conducts a brief oral check. The final outcomes include confirming authentic effort, accepting disclosed AI use, or escalating the case for academic integrity review. This structured approach ensures clarity and consistency in decision-making.</a:t>
            </a:r>
          </a:p>
        </p:txBody>
      </p:sp>
      <p:sp>
        <p:nvSpPr>
          <p:cNvPr id="4" name="Slide Number Placeholder 3"/>
          <p:cNvSpPr>
            <a:spLocks noGrp="1"/>
          </p:cNvSpPr>
          <p:nvPr>
            <p:ph type="sldNum" sz="quarter" idx="5"/>
          </p:nvPr>
        </p:nvSpPr>
        <p:spPr/>
        <p:txBody>
          <a:bodyPr/>
          <a:lstStyle/>
          <a:p>
            <a:fld id="{7A67EEEC-78E1-4B45-875B-3DFE5545491F}" type="slidenum">
              <a:t>5</a:t>
            </a:fld>
            <a:endParaRPr lang="en-US"/>
          </a:p>
        </p:txBody>
      </p:sp>
    </p:spTree>
    <p:extLst>
      <p:ext uri="{BB962C8B-B14F-4D97-AF65-F5344CB8AC3E}">
        <p14:creationId xmlns:p14="http://schemas.microsoft.com/office/powerpoint/2010/main" val="4344518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Indicators of Student Engagement</a:t>
            </a:r>
          </a:p>
        </p:txBody>
      </p:sp>
      <p:sp>
        <p:nvSpPr>
          <p:cNvPr id="4" name="Slide Number Placeholder 3"/>
          <p:cNvSpPr>
            <a:spLocks noGrp="1"/>
          </p:cNvSpPr>
          <p:nvPr>
            <p:ph type="sldNum" sz="quarter" idx="5"/>
          </p:nvPr>
        </p:nvSpPr>
        <p:spPr/>
        <p:txBody>
          <a:bodyPr/>
          <a:lstStyle/>
          <a:p>
            <a:fld id="{7A67EEEC-78E1-4B45-875B-3DFE5545491F}" type="slidenum">
              <a:t>6</a:t>
            </a:fld>
            <a:endParaRPr lang="en-US"/>
          </a:p>
        </p:txBody>
      </p:sp>
    </p:spTree>
    <p:extLst>
      <p:ext uri="{BB962C8B-B14F-4D97-AF65-F5344CB8AC3E}">
        <p14:creationId xmlns:p14="http://schemas.microsoft.com/office/powerpoint/2010/main" val="15596555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checklist outlines essential indicators of authentic student effort. These include the presence of drafts, notes, or version history; evidence of planning and iteration; submission of AI disclosure forms and prompt logs; a reflection section explaining choices and challenges; accurate and verifiable citations; consistent writing style and logical flow; and completion of a plagiarism check. Markers use this checklist to evaluate the depth and transparency of the student's work, ensuring that the submission reflects genuine engagement and academic integrity.</a:t>
            </a:r>
          </a:p>
        </p:txBody>
      </p:sp>
      <p:sp>
        <p:nvSpPr>
          <p:cNvPr id="4" name="Slide Number Placeholder 3"/>
          <p:cNvSpPr>
            <a:spLocks noGrp="1"/>
          </p:cNvSpPr>
          <p:nvPr>
            <p:ph type="sldNum" sz="quarter" idx="5"/>
          </p:nvPr>
        </p:nvSpPr>
        <p:spPr/>
        <p:txBody>
          <a:bodyPr/>
          <a:lstStyle/>
          <a:p>
            <a:fld id="{7A67EEEC-78E1-4B45-875B-3DFE5545491F}" type="slidenum">
              <a:t>7</a:t>
            </a:fld>
            <a:endParaRPr lang="en-US"/>
          </a:p>
        </p:txBody>
      </p:sp>
    </p:spTree>
    <p:extLst>
      <p:ext uri="{BB962C8B-B14F-4D97-AF65-F5344CB8AC3E}">
        <p14:creationId xmlns:p14="http://schemas.microsoft.com/office/powerpoint/2010/main" val="29635492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Evaluation Criteria and Performance Levels</a:t>
            </a:r>
          </a:p>
        </p:txBody>
      </p:sp>
      <p:sp>
        <p:nvSpPr>
          <p:cNvPr id="4" name="Slide Number Placeholder 3"/>
          <p:cNvSpPr>
            <a:spLocks noGrp="1"/>
          </p:cNvSpPr>
          <p:nvPr>
            <p:ph type="sldNum" sz="quarter" idx="5"/>
          </p:nvPr>
        </p:nvSpPr>
        <p:spPr/>
        <p:txBody>
          <a:bodyPr/>
          <a:lstStyle/>
          <a:p>
            <a:fld id="{7A67EEEC-78E1-4B45-875B-3DFE5545491F}" type="slidenum">
              <a:t>8</a:t>
            </a:fld>
            <a:endParaRPr lang="en-US"/>
          </a:p>
        </p:txBody>
      </p:sp>
    </p:spTree>
    <p:extLst>
      <p:ext uri="{BB962C8B-B14F-4D97-AF65-F5344CB8AC3E}">
        <p14:creationId xmlns:p14="http://schemas.microsoft.com/office/powerpoint/2010/main" val="8528010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rubric provides a structured framework for assessing authentic effort across five key criteria: Process Transparency, Reflection &amp; Self-Explanation, Methodological Ownership, Provenance &amp; Citation Hygiene, and Consistency &amp; Development. Each criterion is evaluated at three performance levels: Basic, Adequate, and Strong. For example, strong performance in Process Transparency includes clear iterative processes and multiple drafts, while basic performance may show minimal evidence. This rubric helps markers apply consistent standards and provide meaningful feedback to students.</a:t>
            </a:r>
          </a:p>
        </p:txBody>
      </p:sp>
      <p:sp>
        <p:nvSpPr>
          <p:cNvPr id="4" name="Slide Number Placeholder 3"/>
          <p:cNvSpPr>
            <a:spLocks noGrp="1"/>
          </p:cNvSpPr>
          <p:nvPr>
            <p:ph type="sldNum" sz="quarter" idx="5"/>
          </p:nvPr>
        </p:nvSpPr>
        <p:spPr/>
        <p:txBody>
          <a:bodyPr/>
          <a:lstStyle/>
          <a:p>
            <a:fld id="{7A67EEEC-78E1-4B45-875B-3DFE5545491F}" type="slidenum">
              <a:t>9</a:t>
            </a:fld>
            <a:endParaRPr lang="en-US"/>
          </a:p>
        </p:txBody>
      </p:sp>
    </p:spTree>
    <p:extLst>
      <p:ext uri="{BB962C8B-B14F-4D97-AF65-F5344CB8AC3E}">
        <p14:creationId xmlns:p14="http://schemas.microsoft.com/office/powerpoint/2010/main" val="23996956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Model Example of Student Reflection</a:t>
            </a:r>
          </a:p>
        </p:txBody>
      </p:sp>
      <p:sp>
        <p:nvSpPr>
          <p:cNvPr id="4" name="Slide Number Placeholder 3"/>
          <p:cNvSpPr>
            <a:spLocks noGrp="1"/>
          </p:cNvSpPr>
          <p:nvPr>
            <p:ph type="sldNum" sz="quarter" idx="5"/>
          </p:nvPr>
        </p:nvSpPr>
        <p:spPr/>
        <p:txBody>
          <a:bodyPr/>
          <a:lstStyle/>
          <a:p>
            <a:fld id="{7A67EEEC-78E1-4B45-875B-3DFE5545491F}" type="slidenum">
              <a:t>10</a:t>
            </a:fld>
            <a:endParaRPr lang="en-US"/>
          </a:p>
        </p:txBody>
      </p:sp>
    </p:spTree>
    <p:extLst>
      <p:ext uri="{BB962C8B-B14F-4D97-AF65-F5344CB8AC3E}">
        <p14:creationId xmlns:p14="http://schemas.microsoft.com/office/powerpoint/2010/main" val="996677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sample reflection paragraph demonstrates how students can articulate their thought process, challenges faced, and decisions made during the project. It includes details about planning, iteration, source evaluation, and methodological choices. This example serves as a guide for students to write their own reflections, emphasizing the importance of transparency and critical thinking. By including such reflections, students provide markers with valuable insights into their learning journey and reinforce the authenticity of their work.</a:t>
            </a:r>
          </a:p>
        </p:txBody>
      </p:sp>
      <p:sp>
        <p:nvSpPr>
          <p:cNvPr id="4" name="Slide Number Placeholder 3"/>
          <p:cNvSpPr>
            <a:spLocks noGrp="1"/>
          </p:cNvSpPr>
          <p:nvPr>
            <p:ph type="sldNum" sz="quarter" idx="5"/>
          </p:nvPr>
        </p:nvSpPr>
        <p:spPr/>
        <p:txBody>
          <a:bodyPr/>
          <a:lstStyle/>
          <a:p>
            <a:fld id="{7A67EEEC-78E1-4B45-875B-3DFE5545491F}" type="slidenum">
              <a:t>11</a:t>
            </a:fld>
            <a:endParaRPr lang="en-US"/>
          </a:p>
        </p:txBody>
      </p:sp>
    </p:spTree>
    <p:extLst>
      <p:ext uri="{BB962C8B-B14F-4D97-AF65-F5344CB8AC3E}">
        <p14:creationId xmlns:p14="http://schemas.microsoft.com/office/powerpoint/2010/main" val="41128587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Best Practices for Evaluating Submissions</a:t>
            </a:r>
          </a:p>
        </p:txBody>
      </p:sp>
      <p:sp>
        <p:nvSpPr>
          <p:cNvPr id="4" name="Slide Number Placeholder 3"/>
          <p:cNvSpPr>
            <a:spLocks noGrp="1"/>
          </p:cNvSpPr>
          <p:nvPr>
            <p:ph type="sldNum" sz="quarter" idx="5"/>
          </p:nvPr>
        </p:nvSpPr>
        <p:spPr/>
        <p:txBody>
          <a:bodyPr/>
          <a:lstStyle/>
          <a:p>
            <a:fld id="{7A67EEEC-78E1-4B45-875B-3DFE5545491F}" type="slidenum">
              <a:t>12</a:t>
            </a:fld>
            <a:endParaRPr lang="en-US"/>
          </a:p>
        </p:txBody>
      </p:sp>
    </p:spTree>
    <p:extLst>
      <p:ext uri="{BB962C8B-B14F-4D97-AF65-F5344CB8AC3E}">
        <p14:creationId xmlns:p14="http://schemas.microsoft.com/office/powerpoint/2010/main" val="19382163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Markers are encouraged to follow best practices when evaluating student submissions. These include being transparent about AI use, looking for evidence of the student's process, verifying citations, maintaining consistency in style and logic, and reviewing reflection sections for reasoning. By adhering to these tips, markers can ensure fair and thorough assessments, uphold academic standards, and support student development. These practices also help in identifying potential integrity issues and addressing them appropriately.</a:t>
            </a:r>
          </a:p>
        </p:txBody>
      </p:sp>
      <p:sp>
        <p:nvSpPr>
          <p:cNvPr id="4" name="Slide Number Placeholder 3"/>
          <p:cNvSpPr>
            <a:spLocks noGrp="1"/>
          </p:cNvSpPr>
          <p:nvPr>
            <p:ph type="sldNum" sz="quarter" idx="5"/>
          </p:nvPr>
        </p:nvSpPr>
        <p:spPr/>
        <p:txBody>
          <a:bodyPr/>
          <a:lstStyle/>
          <a:p>
            <a:fld id="{7A67EEEC-78E1-4B45-875B-3DFE5545491F}" type="slidenum">
              <a:t>13</a:t>
            </a:fld>
            <a:endParaRPr lang="en-US"/>
          </a:p>
        </p:txBody>
      </p:sp>
    </p:spTree>
    <p:extLst>
      <p:ext uri="{BB962C8B-B14F-4D97-AF65-F5344CB8AC3E}">
        <p14:creationId xmlns:p14="http://schemas.microsoft.com/office/powerpoint/2010/main" val="24336527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Final Thoughts and Acknowledgements</a:t>
            </a:r>
          </a:p>
        </p:txBody>
      </p:sp>
      <p:sp>
        <p:nvSpPr>
          <p:cNvPr id="4" name="Slide Number Placeholder 3"/>
          <p:cNvSpPr>
            <a:spLocks noGrp="1"/>
          </p:cNvSpPr>
          <p:nvPr>
            <p:ph type="sldNum" sz="quarter" idx="5"/>
          </p:nvPr>
        </p:nvSpPr>
        <p:spPr/>
        <p:txBody>
          <a:bodyPr/>
          <a:lstStyle/>
          <a:p>
            <a:fld id="{7A67EEEC-78E1-4B45-875B-3DFE5545491F}" type="slidenum">
              <a:t>14</a:t>
            </a:fld>
            <a:endParaRPr lang="en-US"/>
          </a:p>
        </p:txBody>
      </p:sp>
    </p:spTree>
    <p:extLst>
      <p:ext uri="{BB962C8B-B14F-4D97-AF65-F5344CB8AC3E}">
        <p14:creationId xmlns:p14="http://schemas.microsoft.com/office/powerpoint/2010/main" val="34240217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Thank you for engaging with this comprehensive guide on the Marker Decision Tree for Authentic Effort and AI Use. By implementing the strategies and tools presented, educators can foster a culture of integrity and support meaningful learning experiences. The decision tree, checklist, rubric, and reflection examples provide a robust framework for evaluating student work in the age of AI. Continued collaboration and transparency between students and educators will ensure the effectiveness of these practices.</a:t>
            </a:r>
          </a:p>
        </p:txBody>
      </p:sp>
      <p:sp>
        <p:nvSpPr>
          <p:cNvPr id="4" name="Slide Number Placeholder 3"/>
          <p:cNvSpPr>
            <a:spLocks noGrp="1"/>
          </p:cNvSpPr>
          <p:nvPr>
            <p:ph type="sldNum" sz="quarter" idx="5"/>
          </p:nvPr>
        </p:nvSpPr>
        <p:spPr/>
        <p:txBody>
          <a:bodyPr/>
          <a:lstStyle/>
          <a:p>
            <a:fld id="{7A67EEEC-78E1-4B45-875B-3DFE5545491F}" type="slidenum">
              <a:t>15</a:t>
            </a:fld>
            <a:endParaRPr lang="en-US"/>
          </a:p>
        </p:txBody>
      </p:sp>
    </p:spTree>
    <p:extLst>
      <p:ext uri="{BB962C8B-B14F-4D97-AF65-F5344CB8AC3E}">
        <p14:creationId xmlns:p14="http://schemas.microsoft.com/office/powerpoint/2010/main" val="18616227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402336" y="731407"/>
            <a:ext cx="6480450" cy="3038878"/>
          </a:xfrm>
        </p:spPr>
        <p:txBody>
          <a:bodyPr anchor="t">
            <a:normAutofit/>
          </a:bodyPr>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429315" y="5264528"/>
            <a:ext cx="6577526" cy="1001354"/>
          </a:xfrm>
        </p:spPr>
        <p:txBody>
          <a:bodyPr anchor="ctr">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a:xfrm>
            <a:off x="426780" y="6426091"/>
            <a:ext cx="4357544" cy="365125"/>
          </a:xfrm>
        </p:spPr>
        <p:txBody>
          <a:bodyPr/>
          <a:lstStyle/>
          <a:p>
            <a:r>
              <a:rPr lang="en-US"/>
              <a:t>Sample 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a:xfrm>
            <a:off x="4932188" y="6426091"/>
            <a:ext cx="1431447" cy="365125"/>
          </a:xfrm>
        </p:spPr>
        <p:txBody>
          <a:bodyPr/>
          <a:lstStyle/>
          <a:p>
            <a:fld id="{395357C0-6E0D-46EB-9F8F-43803F348F24}" type="datetime1">
              <a:rPr lang="en-US" smtClean="0"/>
              <a:t>11/14/2025</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a:xfrm>
            <a:off x="6382685" y="6426091"/>
            <a:ext cx="603114" cy="365125"/>
          </a:xfrm>
        </p:spPr>
        <p:txBody>
          <a:bodyPr/>
          <a:lstStyle/>
          <a:p>
            <a:fld id="{DD84031F-D6BF-4677-B12E-7D8B88BA70F7}" type="slidenum">
              <a:rPr lang="en-US" smtClean="0"/>
              <a:t>‹#›</a:t>
            </a:fld>
            <a:endParaRPr lang="en-US" dirty="0"/>
          </a:p>
        </p:txBody>
      </p:sp>
      <p:sp>
        <p:nvSpPr>
          <p:cNvPr id="9" name="Picture Placeholder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7620000" y="0"/>
            <a:ext cx="4571999" cy="68580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cxnSp>
        <p:nvCxnSpPr>
          <p:cNvPr id="10" name="Straight Connector 9">
            <a:extLst>
              <a:ext uri="{FF2B5EF4-FFF2-40B4-BE49-F238E27FC236}">
                <a16:creationId xmlns:a16="http://schemas.microsoft.com/office/drawing/2014/main" id="{5022CE8C-DC47-AF8A-A37E-C04D364B8D63}"/>
              </a:ext>
            </a:extLst>
          </p:cNvPr>
          <p:cNvCxnSpPr>
            <a:cxnSpLocks/>
          </p:cNvCxnSpPr>
          <p:nvPr/>
        </p:nvCxnSpPr>
        <p:spPr>
          <a:xfrm>
            <a:off x="533400" y="6324773"/>
            <a:ext cx="648045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735A6ADE-4FF0-6E84-4D25-A3E7A481303D}"/>
              </a:ext>
            </a:extLst>
          </p:cNvPr>
          <p:cNvCxnSpPr>
            <a:cxnSpLocks/>
          </p:cNvCxnSpPr>
          <p:nvPr/>
        </p:nvCxnSpPr>
        <p:spPr>
          <a:xfrm>
            <a:off x="533400" y="5184424"/>
            <a:ext cx="646050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5B306735-74E7-C788-FB5F-7BC551ED5CDD}"/>
              </a:ext>
            </a:extLst>
          </p:cNvPr>
          <p:cNvCxnSpPr>
            <a:cxnSpLocks/>
          </p:cNvCxnSpPr>
          <p:nvPr/>
        </p:nvCxnSpPr>
        <p:spPr>
          <a:xfrm>
            <a:off x="533400" y="512722"/>
            <a:ext cx="6456409" cy="0"/>
          </a:xfrm>
          <a:prstGeom prst="line">
            <a:avLst/>
          </a:prstGeom>
          <a:ln w="476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573085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9679" y="332308"/>
            <a:ext cx="11253667" cy="909921"/>
          </a:xfrm>
        </p:spPr>
        <p:txBody>
          <a:bodyPr anchor="b"/>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02336" y="1488931"/>
            <a:ext cx="11253668" cy="47007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C889C35-F31B-4EAB-A4E6-687A63844314}" type="datetime1">
              <a:rPr lang="en-US" smtClean="0"/>
              <a:t>11/14/2025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530352"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15343169"/>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1"/>
      </p:bgRef>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1AAFFBF3-C898-85FC-D25A-592E29515C23}"/>
              </a:ext>
            </a:extLst>
          </p:cNvPr>
          <p:cNvSpPr>
            <a:spLocks noGrp="1"/>
          </p:cNvSpPr>
          <p:nvPr>
            <p:ph type="pic" sz="quarter" idx="13" hasCustomPrompt="1"/>
          </p:nvPr>
        </p:nvSpPr>
        <p:spPr>
          <a:xfrm>
            <a:off x="0" y="0"/>
            <a:ext cx="12192000" cy="6858000"/>
          </a:xfrm>
          <a:custGeom>
            <a:avLst/>
            <a:gdLst>
              <a:gd name="connsiteX0" fmla="*/ 510023 w 12192000"/>
              <a:gd name="connsiteY0" fmla="*/ 505353 h 6858000"/>
              <a:gd name="connsiteX1" fmla="*/ 510023 w 12192000"/>
              <a:gd name="connsiteY1" fmla="*/ 6352647 h 6858000"/>
              <a:gd name="connsiteX2" fmla="*/ 5415398 w 12192000"/>
              <a:gd name="connsiteY2" fmla="*/ 6352647 h 6858000"/>
              <a:gd name="connsiteX3" fmla="*/ 5415398 w 12192000"/>
              <a:gd name="connsiteY3" fmla="*/ 505353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510023" y="505353"/>
                </a:moveTo>
                <a:lnTo>
                  <a:pt x="510023" y="6352647"/>
                </a:lnTo>
                <a:lnTo>
                  <a:pt x="5415398" y="6352647"/>
                </a:lnTo>
                <a:lnTo>
                  <a:pt x="5415398" y="505353"/>
                </a:lnTo>
                <a:close/>
                <a:moveTo>
                  <a:pt x="0" y="0"/>
                </a:moveTo>
                <a:lnTo>
                  <a:pt x="12192000" y="0"/>
                </a:lnTo>
                <a:lnTo>
                  <a:pt x="12192000" y="6858000"/>
                </a:lnTo>
                <a:lnTo>
                  <a:pt x="0" y="6858000"/>
                </a:lnTo>
                <a:close/>
              </a:path>
            </a:pathLst>
          </a:custGeom>
          <a:blipFill>
            <a:blip r:embed="rId2">
              <a:alphaModFix amt="70000"/>
            </a:blip>
            <a:stretch>
              <a:fillRect/>
            </a:stretch>
          </a:blipFill>
          <a:effectLst>
            <a:innerShdw blurRad="215900" dist="25400" dir="13500000">
              <a:prstClr val="black">
                <a:alpha val="15000"/>
              </a:prstClr>
            </a:innerShdw>
          </a:effectLst>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839297" y="1136691"/>
            <a:ext cx="4135970" cy="3038878"/>
          </a:xfrm>
        </p:spPr>
        <p:txBody>
          <a:bodyPr anchor="t">
            <a:normAutofit/>
          </a:bodyPr>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842093" y="5282217"/>
            <a:ext cx="4136599" cy="947146"/>
          </a:xfrm>
        </p:spPr>
        <p:txBody>
          <a:bodyPr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a:xfrm>
            <a:off x="402336" y="6426091"/>
            <a:ext cx="3877552" cy="365125"/>
          </a:xfrm>
        </p:spPr>
        <p:txBody>
          <a:bodyPr/>
          <a:lstStyle>
            <a:lvl1pPr>
              <a:defRPr>
                <a:solidFill>
                  <a:schemeClr val="bg1">
                    <a:alpha val="60000"/>
                  </a:schemeClr>
                </a:solidFill>
                <a:effectLst>
                  <a:outerShdw blurRad="38100" dist="38100" dir="2700000" algn="tl">
                    <a:srgbClr val="000000">
                      <a:alpha val="43137"/>
                    </a:srgbClr>
                  </a:outerShdw>
                </a:effectLst>
              </a:defRPr>
            </a:lvl1pPr>
          </a:lstStyle>
          <a:p>
            <a:r>
              <a:rPr lang="en-US"/>
              <a:t>Sample 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bg1">
                    <a:alpha val="60000"/>
                  </a:schemeClr>
                </a:solidFill>
                <a:effectLst>
                  <a:outerShdw blurRad="38100" dist="38100" dir="2700000" algn="tl">
                    <a:srgbClr val="000000">
                      <a:alpha val="43137"/>
                    </a:srgbClr>
                  </a:outerShdw>
                </a:effectLst>
              </a:defRPr>
            </a:lvl1pPr>
          </a:lstStyle>
          <a:p>
            <a:fld id="{AAD51419-3F0D-4A1E-BC8B-A018756B4625}" type="datetime1">
              <a:rPr lang="en-US" smtClean="0"/>
              <a:t>11/14/2025</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bg1">
                    <a:alpha val="60000"/>
                  </a:schemeClr>
                </a:solidFill>
                <a:effectLst>
                  <a:outerShdw blurRad="38100" dist="38100" dir="2700000" algn="tl">
                    <a:srgbClr val="000000">
                      <a:alpha val="43137"/>
                    </a:srgbClr>
                  </a:outerShdw>
                </a:effectLst>
              </a:defRPr>
            </a:lvl1p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A280C4FA-D5DF-A52F-5EBC-E1A231F643A5}"/>
              </a:ext>
            </a:extLst>
          </p:cNvPr>
          <p:cNvCxnSpPr>
            <a:cxnSpLocks/>
          </p:cNvCxnSpPr>
          <p:nvPr/>
        </p:nvCxnSpPr>
        <p:spPr>
          <a:xfrm>
            <a:off x="944438" y="5162641"/>
            <a:ext cx="403082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22BEF2C1-7030-5074-0586-5EBAF7D59A33}"/>
              </a:ext>
            </a:extLst>
          </p:cNvPr>
          <p:cNvCxnSpPr>
            <a:cxnSpLocks/>
          </p:cNvCxnSpPr>
          <p:nvPr/>
        </p:nvCxnSpPr>
        <p:spPr>
          <a:xfrm>
            <a:off x="944438" y="904533"/>
            <a:ext cx="4036971" cy="0"/>
          </a:xfrm>
          <a:prstGeom prst="line">
            <a:avLst/>
          </a:prstGeom>
          <a:ln w="44450">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35570315"/>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3">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B1F847F0-1D67-5F49-6571-5F248F11275B}"/>
              </a:ext>
            </a:extLst>
          </p:cNvPr>
          <p:cNvCxnSpPr>
            <a:cxnSpLocks/>
          </p:cNvCxnSpPr>
          <p:nvPr/>
        </p:nvCxnSpPr>
        <p:spPr>
          <a:xfrm>
            <a:off x="8173214" y="530425"/>
            <a:ext cx="3485386" cy="0"/>
          </a:xfrm>
          <a:prstGeom prst="line">
            <a:avLst/>
          </a:prstGeom>
          <a:ln w="4127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280C4FA-D5DF-A52F-5EBC-E1A231F643A5}"/>
              </a:ext>
            </a:extLst>
          </p:cNvPr>
          <p:cNvCxnSpPr>
            <a:cxnSpLocks/>
          </p:cNvCxnSpPr>
          <p:nvPr/>
        </p:nvCxnSpPr>
        <p:spPr>
          <a:xfrm>
            <a:off x="8173214" y="5498461"/>
            <a:ext cx="348538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8043968" y="768351"/>
            <a:ext cx="3685656" cy="2843527"/>
          </a:xfrm>
        </p:spPr>
        <p:txBody>
          <a:bodyPr anchor="t">
            <a:normAutofit/>
          </a:bodyPr>
          <a:lstStyle>
            <a:lvl1pPr>
              <a:defRPr sz="4400"/>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0" y="0"/>
            <a:ext cx="7605681" cy="68580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8073978" y="5681133"/>
            <a:ext cx="3655646" cy="664191"/>
          </a:xfrm>
        </p:spPr>
        <p:txBody>
          <a:bodyPr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11" name="Footer Placeholder 10">
            <a:extLst>
              <a:ext uri="{FF2B5EF4-FFF2-40B4-BE49-F238E27FC236}">
                <a16:creationId xmlns:a16="http://schemas.microsoft.com/office/drawing/2014/main" id="{E2571521-DF5C-DF9C-1A62-5F1513FC610C}"/>
              </a:ext>
            </a:extLst>
          </p:cNvPr>
          <p:cNvSpPr>
            <a:spLocks noGrp="1"/>
          </p:cNvSpPr>
          <p:nvPr>
            <p:ph type="ftr" sz="quarter" idx="15"/>
          </p:nvPr>
        </p:nvSpPr>
        <p:spPr>
          <a:xfrm>
            <a:off x="8073978" y="6426091"/>
            <a:ext cx="2295058" cy="365125"/>
          </a:xfrm>
        </p:spPr>
        <p:txBody>
          <a:bodyPr/>
          <a:lstStyle/>
          <a:p>
            <a:r>
              <a:rPr lang="en-US" dirty="0"/>
              <a:t>Sample Footer Text</a:t>
            </a:r>
          </a:p>
        </p:txBody>
      </p:sp>
      <p:sp>
        <p:nvSpPr>
          <p:cNvPr id="10" name="Date Placeholder 9">
            <a:extLst>
              <a:ext uri="{FF2B5EF4-FFF2-40B4-BE49-F238E27FC236}">
                <a16:creationId xmlns:a16="http://schemas.microsoft.com/office/drawing/2014/main" id="{1135B836-FBFB-89F8-B972-11036B55F5CF}"/>
              </a:ext>
            </a:extLst>
          </p:cNvPr>
          <p:cNvSpPr>
            <a:spLocks noGrp="1"/>
          </p:cNvSpPr>
          <p:nvPr>
            <p:ph type="dt" sz="half" idx="14"/>
          </p:nvPr>
        </p:nvSpPr>
        <p:spPr>
          <a:xfrm>
            <a:off x="10298013" y="6426091"/>
            <a:ext cx="875825" cy="365125"/>
          </a:xfrm>
        </p:spPr>
        <p:txBody>
          <a:bodyPr/>
          <a:lstStyle/>
          <a:p>
            <a:fld id="{DB416C6F-BD23-48A3-9D04-6B6FEC3702B5}" type="datetime1">
              <a:rPr lang="en-US" smtClean="0"/>
              <a:t>11/14/2025</a:t>
            </a:fld>
            <a:endParaRPr lang="en-US"/>
          </a:p>
        </p:txBody>
      </p:sp>
      <p:sp>
        <p:nvSpPr>
          <p:cNvPr id="12" name="Slide Number Placeholder 11">
            <a:extLst>
              <a:ext uri="{FF2B5EF4-FFF2-40B4-BE49-F238E27FC236}">
                <a16:creationId xmlns:a16="http://schemas.microsoft.com/office/drawing/2014/main" id="{50AD8387-A9F9-E9E2-1138-08C0AA495719}"/>
              </a:ext>
            </a:extLst>
          </p:cNvPr>
          <p:cNvSpPr>
            <a:spLocks noGrp="1"/>
          </p:cNvSpPr>
          <p:nvPr>
            <p:ph type="sldNum" sz="quarter" idx="16"/>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520398402"/>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429901" y="5056743"/>
            <a:ext cx="11339400" cy="966902"/>
          </a:xfrm>
        </p:spPr>
        <p:txBody>
          <a:bodyPr anchor="b">
            <a:normAutofit/>
          </a:bodyPr>
          <a:lstStyle>
            <a:lvl1pPr>
              <a:defRPr sz="4800">
                <a:solidFill>
                  <a:schemeClr val="tx1"/>
                </a:solidFill>
              </a:defRPr>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0" y="0"/>
            <a:ext cx="12192000" cy="4930912"/>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429902" y="5979576"/>
            <a:ext cx="11339400" cy="365126"/>
          </a:xfrm>
        </p:spPr>
        <p:txBody>
          <a:bodyPr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8" name="Footer Placeholder 7">
            <a:extLst>
              <a:ext uri="{FF2B5EF4-FFF2-40B4-BE49-F238E27FC236}">
                <a16:creationId xmlns:a16="http://schemas.microsoft.com/office/drawing/2014/main" id="{3F256503-7989-932D-DE04-B424AC0B97DF}"/>
              </a:ext>
            </a:extLst>
          </p:cNvPr>
          <p:cNvSpPr>
            <a:spLocks noGrp="1"/>
          </p:cNvSpPr>
          <p:nvPr>
            <p:ph type="ftr" sz="quarter" idx="15"/>
          </p:nvPr>
        </p:nvSpPr>
        <p:spPr/>
        <p:txBody>
          <a:bodyPr/>
          <a:lstStyle/>
          <a:p>
            <a:r>
              <a:rPr lang="en-US"/>
              <a:t>Sample Footer Text</a:t>
            </a:r>
          </a:p>
        </p:txBody>
      </p:sp>
      <p:sp>
        <p:nvSpPr>
          <p:cNvPr id="7" name="Date Placeholder 6">
            <a:extLst>
              <a:ext uri="{FF2B5EF4-FFF2-40B4-BE49-F238E27FC236}">
                <a16:creationId xmlns:a16="http://schemas.microsoft.com/office/drawing/2014/main" id="{623E99C9-C336-E83E-56A6-D68659547CAF}"/>
              </a:ext>
            </a:extLst>
          </p:cNvPr>
          <p:cNvSpPr>
            <a:spLocks noGrp="1"/>
          </p:cNvSpPr>
          <p:nvPr>
            <p:ph type="dt" sz="half" idx="14"/>
          </p:nvPr>
        </p:nvSpPr>
        <p:spPr/>
        <p:txBody>
          <a:bodyPr/>
          <a:lstStyle/>
          <a:p>
            <a:fld id="{C135F28A-0986-4E7B-B35D-341D39FBD191}" type="datetime1">
              <a:rPr lang="en-US" smtClean="0"/>
              <a:t>11/14/2025</a:t>
            </a:fld>
            <a:endParaRPr lang="en-US"/>
          </a:p>
        </p:txBody>
      </p:sp>
      <p:sp>
        <p:nvSpPr>
          <p:cNvPr id="10" name="Slide Number Placeholder 9">
            <a:extLst>
              <a:ext uri="{FF2B5EF4-FFF2-40B4-BE49-F238E27FC236}">
                <a16:creationId xmlns:a16="http://schemas.microsoft.com/office/drawing/2014/main" id="{757A77FC-B384-BD30-0961-237F594F200F}"/>
              </a:ext>
            </a:extLst>
          </p:cNvPr>
          <p:cNvSpPr>
            <a:spLocks noGrp="1"/>
          </p:cNvSpPr>
          <p:nvPr>
            <p:ph type="sldNum" sz="quarter" idx="16"/>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1066283902"/>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419238" y="398050"/>
            <a:ext cx="9635668" cy="3671398"/>
          </a:xfrm>
        </p:spPr>
        <p:txBody>
          <a:bodyPr vert="horz" lIns="91440" tIns="45720" rIns="91440" bIns="45720" rtlCol="0" anchor="t">
            <a:normAutofit/>
          </a:bodyPr>
          <a:lstStyle>
            <a:lvl1pPr>
              <a:defRPr lang="en-US" sz="66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432322" y="5669280"/>
            <a:ext cx="9620300" cy="756807"/>
          </a:xfrm>
        </p:spPr>
        <p:txBody>
          <a:bodyPr vert="horz" lIns="91440" tIns="45720" rIns="91440" bIns="45720" rtlCol="0">
            <a:normAutofit/>
          </a:bodyPr>
          <a:lstStyle>
            <a:lvl1pPr marL="0" indent="0">
              <a:buNone/>
              <a:defRPr lang="en-US"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p>
            <a:fld id="{DD9686BE-81E0-4285-A95D-6934CDF6209E}" type="datetime1">
              <a:rPr lang="en-US" smtClean="0"/>
              <a:t>11/14/2025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9" name="Straight Connector 8">
            <a:extLst>
              <a:ext uri="{FF2B5EF4-FFF2-40B4-BE49-F238E27FC236}">
                <a16:creationId xmlns:a16="http://schemas.microsoft.com/office/drawing/2014/main" id="{46EBC7DB-A84C-6AE6-0446-4E466A133069}"/>
              </a:ext>
            </a:extLst>
          </p:cNvPr>
          <p:cNvCxnSpPr>
            <a:cxnSpLocks/>
          </p:cNvCxnSpPr>
          <p:nvPr/>
        </p:nvCxnSpPr>
        <p:spPr>
          <a:xfrm>
            <a:off x="530352" y="5498461"/>
            <a:ext cx="1112444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7932755"/>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402336" y="765750"/>
            <a:ext cx="9635668" cy="3455113"/>
          </a:xfrm>
        </p:spPr>
        <p:txBody>
          <a:bodyPr vert="horz" lIns="91440" tIns="45720" rIns="91440" bIns="45720" rtlCol="0" anchor="t">
            <a:normAutofit/>
          </a:bodyPr>
          <a:lstStyle>
            <a:lvl1pPr>
              <a:defRPr lang="en-US" sz="88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429428" y="5271844"/>
            <a:ext cx="9613065" cy="1001356"/>
          </a:xfrm>
        </p:spPr>
        <p:txBody>
          <a:bodyPr vert="horz" lIns="91440" tIns="45720" rIns="91440" bIns="45720" rtlCol="0" anchor="ctr">
            <a:normAutofit/>
          </a:bodyPr>
          <a:lstStyle>
            <a:lvl1pPr marL="0" indent="0">
              <a:buNone/>
              <a:defRPr lang="en-US"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p>
            <a:fld id="{EB464E07-DAE2-4D6D-BDD9-1CE7637F446D}" type="datetime1">
              <a:rPr lang="en-US" smtClean="0"/>
              <a:t>11/14/2025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12" name="Straight Connector 11">
            <a:extLst>
              <a:ext uri="{FF2B5EF4-FFF2-40B4-BE49-F238E27FC236}">
                <a16:creationId xmlns:a16="http://schemas.microsoft.com/office/drawing/2014/main" id="{D4CDCB79-1025-8102-1BC6-378AB173CBFF}"/>
              </a:ext>
            </a:extLst>
          </p:cNvPr>
          <p:cNvCxnSpPr>
            <a:cxnSpLocks/>
          </p:cNvCxnSpPr>
          <p:nvPr/>
        </p:nvCxnSpPr>
        <p:spPr>
          <a:xfrm>
            <a:off x="533400" y="5184424"/>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CEF23CAD-F5FD-3FB3-B413-1F54592B07E7}"/>
              </a:ext>
            </a:extLst>
          </p:cNvPr>
          <p:cNvCxnSpPr>
            <a:cxnSpLocks/>
          </p:cNvCxnSpPr>
          <p:nvPr/>
        </p:nvCxnSpPr>
        <p:spPr>
          <a:xfrm>
            <a:off x="533400" y="63246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85752177"/>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402336" y="765750"/>
            <a:ext cx="9635668" cy="3528339"/>
          </a:xfrm>
        </p:spPr>
        <p:txBody>
          <a:bodyPr vert="horz" lIns="91440" tIns="45720" rIns="91440" bIns="45720" rtlCol="0" anchor="t">
            <a:normAutofit/>
          </a:bodyPr>
          <a:lstStyle>
            <a:lvl1pPr>
              <a:defRPr lang="en-US" sz="8800" dirty="0">
                <a:solidFill>
                  <a:schemeClr val="tx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434857" y="5184425"/>
            <a:ext cx="10575756" cy="1153220"/>
          </a:xfrm>
        </p:spPr>
        <p:txBody>
          <a:bodyPr vert="horz" lIns="91440" tIns="45720" rIns="91440" bIns="45720" rtlCol="0" anchor="ctr">
            <a:normAutofit/>
          </a:bodyPr>
          <a:lstStyle>
            <a:lvl1pPr marL="0" indent="0">
              <a:buNone/>
              <a:defRPr lang="en-US" dirty="0">
                <a:solidFill>
                  <a:schemeClr val="tx1"/>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chemeClr val="tx1"/>
                </a:solidFill>
              </a:defRPr>
            </a:lvl1pPr>
          </a:lstStyle>
          <a:p>
            <a:fld id="{531D259D-9AB9-44BA-8FCD-FE201F91B5A0}" type="datetime1">
              <a:rPr lang="en-US" smtClean="0"/>
              <a:t>11/14/2025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1"/>
                </a:solidFill>
              </a:defRPr>
            </a:lvl1pPr>
          </a:lstStyle>
          <a:p>
            <a:fld id="{DD84031F-D6BF-4677-B12E-7D8B88BA70F7}" type="slidenum">
              <a:rPr lang="en-US" smtClean="0"/>
              <a:t>‹#›</a:t>
            </a:fld>
            <a:endParaRPr lang="en-US"/>
          </a:p>
        </p:txBody>
      </p:sp>
      <p:cxnSp>
        <p:nvCxnSpPr>
          <p:cNvPr id="11" name="Straight Connector 10">
            <a:extLst>
              <a:ext uri="{FF2B5EF4-FFF2-40B4-BE49-F238E27FC236}">
                <a16:creationId xmlns:a16="http://schemas.microsoft.com/office/drawing/2014/main" id="{3817982C-A325-8307-2486-3AD646261E04}"/>
              </a:ext>
            </a:extLst>
          </p:cNvPr>
          <p:cNvCxnSpPr>
            <a:cxnSpLocks/>
          </p:cNvCxnSpPr>
          <p:nvPr/>
        </p:nvCxnSpPr>
        <p:spPr>
          <a:xfrm>
            <a:off x="533400" y="533538"/>
            <a:ext cx="11127005" cy="0"/>
          </a:xfrm>
          <a:prstGeom prst="line">
            <a:avLst/>
          </a:prstGeom>
          <a:ln w="603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2C02859D-9F11-5594-CFD3-C5FDE18CACB3}"/>
              </a:ext>
            </a:extLst>
          </p:cNvPr>
          <p:cNvCxnSpPr>
            <a:cxnSpLocks/>
          </p:cNvCxnSpPr>
          <p:nvPr/>
        </p:nvCxnSpPr>
        <p:spPr>
          <a:xfrm>
            <a:off x="533400" y="5169248"/>
            <a:ext cx="11127005"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A0AD802-2887-3310-1453-789DB76F58DF}"/>
              </a:ext>
            </a:extLst>
          </p:cNvPr>
          <p:cNvCxnSpPr>
            <a:cxnSpLocks/>
          </p:cNvCxnSpPr>
          <p:nvPr/>
        </p:nvCxnSpPr>
        <p:spPr>
          <a:xfrm>
            <a:off x="533400" y="6330811"/>
            <a:ext cx="11119945"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76370043"/>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426997" y="3018408"/>
            <a:ext cx="8961120" cy="3247475"/>
          </a:xfrm>
        </p:spPr>
        <p:txBody>
          <a:bodyPr anchor="b">
            <a:normAutofit/>
          </a:bodyPr>
          <a:lstStyle>
            <a:lvl1pPr>
              <a:defRPr sz="66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1"/>
                </a:solidFill>
              </a:defRPr>
            </a:lvl1pPr>
          </a:lstStyle>
          <a:p>
            <a:fld id="{74EB0658-C877-4D58-A83B-07BEE0E4C7B4}" type="datetime1">
              <a:rPr lang="en-US" smtClean="0"/>
              <a:t>11/14/2025</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1"/>
                </a:solidFill>
              </a:defRPr>
            </a:lvl1p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6FD05DD5-DCB7-49C7-5E41-2DBD8B73D6D2}"/>
              </a:ext>
            </a:extLst>
          </p:cNvPr>
          <p:cNvCxnSpPr>
            <a:cxnSpLocks/>
          </p:cNvCxnSpPr>
          <p:nvPr/>
        </p:nvCxnSpPr>
        <p:spPr>
          <a:xfrm>
            <a:off x="530646" y="531958"/>
            <a:ext cx="11127954"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9FDA663-314D-CA26-DF41-CB3FDC0733F0}"/>
              </a:ext>
            </a:extLst>
          </p:cNvPr>
          <p:cNvCxnSpPr>
            <a:cxnSpLocks/>
          </p:cNvCxnSpPr>
          <p:nvPr/>
        </p:nvCxnSpPr>
        <p:spPr>
          <a:xfrm>
            <a:off x="533400" y="6324600"/>
            <a:ext cx="111252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80543190"/>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Agenda">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02336" y="392851"/>
            <a:ext cx="7525512" cy="1882595"/>
          </a:xfrm>
        </p:spPr>
        <p:txBody>
          <a:bodyPr anchor="t">
            <a:normAutofit/>
          </a:bodyPr>
          <a:lstStyle>
            <a:lvl1pPr>
              <a:defRPr sz="660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34856" y="2502245"/>
            <a:ext cx="7492991" cy="3669956"/>
          </a:xfrm>
        </p:spPr>
        <p:txBody>
          <a:bodyPr vert="horz" lIns="91440" tIns="45720" rIns="91440" bIns="45720" rtlCol="0" anchor="t">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395056F1-F5E2-4ED8-9ED2-B4DCC32FE4B1}" type="datetime1">
              <a:rPr lang="en-US" smtClean="0"/>
              <a:t>11/14/2025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594373688"/>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cSld name="Agenda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02336" y="401519"/>
            <a:ext cx="6516938" cy="2091068"/>
          </a:xfrm>
        </p:spPr>
        <p:txBody>
          <a:bodyPr anchor="t">
            <a:normAutofit/>
          </a:bodyPr>
          <a:lstStyle>
            <a:lvl1pPr>
              <a:defRPr sz="660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36526" y="2897442"/>
            <a:ext cx="6482747" cy="3279838"/>
          </a:xfrm>
        </p:spPr>
        <p:txBody>
          <a:bodyPr vert="horz" lIns="91440" tIns="45720" rIns="91440" bIns="45720" rtlCol="0">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02336" y="6426091"/>
            <a:ext cx="4303014" cy="365125"/>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4895850" y="6416667"/>
            <a:ext cx="1420310" cy="365125"/>
          </a:xfrm>
        </p:spPr>
        <p:txBody>
          <a:bodyPr/>
          <a:lstStyle/>
          <a:p>
            <a:fld id="{87333073-65C1-4CC7-BBE7-8F5A3AFB183B}" type="datetime1">
              <a:rPr lang="en-US" smtClean="0"/>
              <a:t>11/14/2025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6316160" y="6416667"/>
            <a:ext cx="603114" cy="365125"/>
          </a:xfrm>
        </p:spPr>
        <p:txBody>
          <a:bodyPr/>
          <a:lstStyle/>
          <a:p>
            <a:fld id="{DD84031F-D6BF-4677-B12E-7D8B88BA70F7}" type="slidenum">
              <a:rPr lang="en-US" smtClean="0"/>
              <a:t>‹#›</a:t>
            </a:fld>
            <a:endParaRPr lang="en-US"/>
          </a:p>
        </p:txBody>
      </p:sp>
      <p:sp>
        <p:nvSpPr>
          <p:cNvPr id="8" name="Picture Placeholder 8">
            <a:extLst>
              <a:ext uri="{FF2B5EF4-FFF2-40B4-BE49-F238E27FC236}">
                <a16:creationId xmlns:a16="http://schemas.microsoft.com/office/drawing/2014/main" id="{FBFCD9F4-28CD-7877-8D0E-B6685E2A124F}"/>
              </a:ext>
            </a:extLst>
          </p:cNvPr>
          <p:cNvSpPr>
            <a:spLocks noGrp="1"/>
          </p:cNvSpPr>
          <p:nvPr>
            <p:ph type="pic" sz="quarter" idx="14" hasCustomPrompt="1"/>
          </p:nvPr>
        </p:nvSpPr>
        <p:spPr>
          <a:xfrm>
            <a:off x="7619999" y="0"/>
            <a:ext cx="4571999" cy="6857999"/>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cxnSp>
        <p:nvCxnSpPr>
          <p:cNvPr id="9" name="Straight Connector 8">
            <a:extLst>
              <a:ext uri="{FF2B5EF4-FFF2-40B4-BE49-F238E27FC236}">
                <a16:creationId xmlns:a16="http://schemas.microsoft.com/office/drawing/2014/main" id="{0E6481B7-DF51-286F-B976-0777FDDAC524}"/>
              </a:ext>
            </a:extLst>
          </p:cNvPr>
          <p:cNvCxnSpPr>
            <a:cxnSpLocks/>
          </p:cNvCxnSpPr>
          <p:nvPr/>
        </p:nvCxnSpPr>
        <p:spPr>
          <a:xfrm>
            <a:off x="530352" y="2670800"/>
            <a:ext cx="6402856" cy="0"/>
          </a:xfrm>
          <a:prstGeom prst="line">
            <a:avLst/>
          </a:prstGeom>
          <a:ln w="9525">
            <a:solidFill>
              <a:schemeClr val="tx1">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44034111"/>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Agenda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02336" y="3380188"/>
            <a:ext cx="4688732" cy="2313195"/>
          </a:xfrm>
        </p:spPr>
        <p:txBody>
          <a:bodyPr anchor="t">
            <a:normAutofit/>
          </a:bodyPr>
          <a:lstStyle>
            <a:lvl1pPr>
              <a:defRPr sz="5400">
                <a:solidFill>
                  <a:schemeClr val="accent1"/>
                </a:solidFill>
              </a:defRPr>
            </a:lvl1pPr>
          </a:lstStyle>
          <a:p>
            <a:r>
              <a:rPr lang="en-US"/>
              <a:t>Click to edit Master title style</a:t>
            </a:r>
            <a:endParaRPr lang="en-US" dirty="0"/>
          </a:p>
        </p:txBody>
      </p:sp>
      <p:sp>
        <p:nvSpPr>
          <p:cNvPr id="8" name="Picture Placeholder 8">
            <a:extLst>
              <a:ext uri="{FF2B5EF4-FFF2-40B4-BE49-F238E27FC236}">
                <a16:creationId xmlns:a16="http://schemas.microsoft.com/office/drawing/2014/main" id="{E6BFF2B7-0DC8-E068-0F08-D1CF291F8EA2}"/>
              </a:ext>
            </a:extLst>
          </p:cNvPr>
          <p:cNvSpPr>
            <a:spLocks noGrp="1"/>
          </p:cNvSpPr>
          <p:nvPr>
            <p:ph type="pic" sz="quarter" idx="14" hasCustomPrompt="1"/>
          </p:nvPr>
        </p:nvSpPr>
        <p:spPr>
          <a:xfrm>
            <a:off x="0" y="0"/>
            <a:ext cx="12192000" cy="3041367"/>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38800" y="3363190"/>
            <a:ext cx="6029721" cy="2759316"/>
          </a:xfrm>
        </p:spPr>
        <p:txBody>
          <a:bodyPr vert="horz" lIns="91440" tIns="45720" rIns="91440" bIns="45720" rtlCol="0">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EE872102-C255-4B2E-9A7E-2603C5FAD6D4}" type="datetime1">
              <a:rPr lang="en-US" smtClean="0"/>
              <a:t>11/14/2025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11" name="Straight Connector 10">
            <a:extLst>
              <a:ext uri="{FF2B5EF4-FFF2-40B4-BE49-F238E27FC236}">
                <a16:creationId xmlns:a16="http://schemas.microsoft.com/office/drawing/2014/main" id="{A4981961-B802-677C-4957-E24CA14D5E6D}"/>
              </a:ext>
            </a:extLst>
          </p:cNvPr>
          <p:cNvCxnSpPr>
            <a:cxnSpLocks/>
          </p:cNvCxnSpPr>
          <p:nvPr/>
        </p:nvCxnSpPr>
        <p:spPr>
          <a:xfrm>
            <a:off x="533400" y="6324600"/>
            <a:ext cx="11125200" cy="0"/>
          </a:xfrm>
          <a:prstGeom prst="line">
            <a:avLst/>
          </a:prstGeom>
          <a:ln w="9525">
            <a:solidFill>
              <a:schemeClr val="tx1">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19673271"/>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Content 2">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0107B931-214A-9578-5A7A-FDEB9ADB5080}"/>
              </a:ext>
            </a:extLst>
          </p:cNvPr>
          <p:cNvCxnSpPr>
            <a:cxnSpLocks/>
          </p:cNvCxnSpPr>
          <p:nvPr/>
        </p:nvCxnSpPr>
        <p:spPr>
          <a:xfrm>
            <a:off x="3751277" y="2791386"/>
            <a:ext cx="468944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550862" y="1429789"/>
            <a:ext cx="5090277" cy="1196713"/>
          </a:xfrm>
        </p:spPr>
        <p:txBody>
          <a:bodyPr anchor="b"/>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676880" y="2999629"/>
            <a:ext cx="4838241" cy="2195823"/>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070A7D6-92E1-4CDF-BD2F-79F298197135}" type="datetime1">
              <a:rPr lang="en-US" smtClean="0"/>
              <a:t>11/14/2025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3469396687"/>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reserve="1">
  <p:cSld name="Content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1303089" y="1673352"/>
            <a:ext cx="3360352" cy="2324365"/>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103780" y="1673352"/>
            <a:ext cx="5785132" cy="29187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FFBEE3B3-6EA8-4914-BDAC-89234BD2AD09}" type="datetime1">
              <a:rPr lang="en-US" smtClean="0"/>
              <a:t>11/14/2025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45987"/>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62497176"/>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reserve="1">
  <p:cSld name="Content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60" y="1399734"/>
            <a:ext cx="4136461" cy="2918754"/>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103780" y="1398419"/>
            <a:ext cx="625002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2BB48EB-6AF5-4207-A153-D1AA963F0AC1}" type="datetime1">
              <a:rPr lang="en-US" smtClean="0"/>
              <a:t>11/14/2025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2906"/>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50771977"/>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Content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400" y="694944"/>
            <a:ext cx="3334120" cy="2734056"/>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229100" y="694943"/>
            <a:ext cx="7439421"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C0016614-595C-443F-AE20-86D2AC6A0013}" type="datetime1">
              <a:rPr lang="en-US" smtClean="0"/>
              <a:t>11/14/2025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67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68886382"/>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 preserve="1">
  <p:cSld name="Content 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400" y="435785"/>
            <a:ext cx="4268573" cy="2918754"/>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91452" y="743106"/>
            <a:ext cx="6277070" cy="5312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7FC8A85-8FD1-45F0-99DE-E338DC5235BC}" type="datetime1">
              <a:rPr lang="en-US" smtClean="0"/>
              <a:t>11/14/2025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59F873DB-8FEF-C24C-ECA0-EABFFF560476}"/>
              </a:ext>
            </a:extLst>
          </p:cNvPr>
          <p:cNvCxnSpPr>
            <a:cxnSpLocks/>
          </p:cNvCxnSpPr>
          <p:nvPr/>
        </p:nvCxnSpPr>
        <p:spPr>
          <a:xfrm>
            <a:off x="5486400" y="528489"/>
            <a:ext cx="6172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0934603"/>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 preserve="1">
  <p:cSld name="Content 7">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60" y="433576"/>
            <a:ext cx="3263496" cy="2821439"/>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309946" y="694944"/>
            <a:ext cx="7358769" cy="54864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92DEB38-22AD-484B-BEB1-12B18D8CEE64}" type="datetime1">
              <a:rPr lang="en-US" smtClean="0"/>
              <a:t>11/14/2025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290E8417-C758-AC09-72D4-D07CE8D5D1EB}"/>
              </a:ext>
            </a:extLst>
          </p:cNvPr>
          <p:cNvCxnSpPr>
            <a:cxnSpLocks/>
          </p:cNvCxnSpPr>
          <p:nvPr/>
        </p:nvCxnSpPr>
        <p:spPr>
          <a:xfrm>
            <a:off x="4347151" y="528489"/>
            <a:ext cx="7326605"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00588995"/>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ontent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993867" y="691867"/>
            <a:ext cx="5664732" cy="1212661"/>
          </a:xfrm>
        </p:spPr>
        <p:txBody>
          <a:bodyPr/>
          <a:lstStyle/>
          <a:p>
            <a:r>
              <a:rPr lang="en-US"/>
              <a:t>Click to edit Master title style</a:t>
            </a:r>
            <a:endParaRPr lang="en-US" dirty="0"/>
          </a:p>
        </p:txBody>
      </p:sp>
      <p:sp>
        <p:nvSpPr>
          <p:cNvPr id="34" name="Picture Placeholder 8">
            <a:extLst>
              <a:ext uri="{FF2B5EF4-FFF2-40B4-BE49-F238E27FC236}">
                <a16:creationId xmlns:a16="http://schemas.microsoft.com/office/drawing/2014/main" id="{38FD2E6A-E1F7-36FC-E50F-AD4CE76910EA}"/>
              </a:ext>
            </a:extLst>
          </p:cNvPr>
          <p:cNvSpPr>
            <a:spLocks noGrp="1"/>
          </p:cNvSpPr>
          <p:nvPr>
            <p:ph type="pic" sz="quarter" idx="13" hasCustomPrompt="1"/>
          </p:nvPr>
        </p:nvSpPr>
        <p:spPr>
          <a:xfrm>
            <a:off x="533401" y="533400"/>
            <a:ext cx="4953000" cy="5811928"/>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993865" y="2007652"/>
            <a:ext cx="5664732" cy="43153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957C2DDA-91DD-4B15-B0D6-0E3634C6CC2A}" type="datetime1">
              <a:rPr lang="en-US" smtClean="0"/>
              <a:t>11/14/2025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6058518" y="530352"/>
            <a:ext cx="56000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2048154"/>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ontent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62" y="691868"/>
            <a:ext cx="5593338" cy="115731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34928" y="2010699"/>
            <a:ext cx="5577972" cy="43346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Picture Placeholder 8">
            <a:extLst>
              <a:ext uri="{FF2B5EF4-FFF2-40B4-BE49-F238E27FC236}">
                <a16:creationId xmlns:a16="http://schemas.microsoft.com/office/drawing/2014/main" id="{38FD2E6A-E1F7-36FC-E50F-AD4CE76910EA}"/>
              </a:ext>
            </a:extLst>
          </p:cNvPr>
          <p:cNvSpPr>
            <a:spLocks noGrp="1"/>
          </p:cNvSpPr>
          <p:nvPr>
            <p:ph type="pic" sz="quarter" idx="13" hasCustomPrompt="1"/>
          </p:nvPr>
        </p:nvSpPr>
        <p:spPr>
          <a:xfrm>
            <a:off x="6553200" y="533400"/>
            <a:ext cx="5105400" cy="5791200"/>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2217B7B5-5BBE-40BC-B471-E2BA9D71AA0E}" type="datetime1">
              <a:rPr lang="en-US" smtClean="0"/>
              <a:t>11/14/2025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518028" y="530352"/>
            <a:ext cx="549487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04815581"/>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Content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977971" y="691866"/>
            <a:ext cx="6680630" cy="1217337"/>
          </a:xfrm>
        </p:spPr>
        <p:txBody>
          <a:bodyPr/>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7BA63699-2EA2-4B8B-E296-BEF5937412F5}"/>
              </a:ext>
            </a:extLst>
          </p:cNvPr>
          <p:cNvSpPr>
            <a:spLocks noGrp="1"/>
          </p:cNvSpPr>
          <p:nvPr>
            <p:ph type="pic" sz="quarter" idx="13" hasCustomPrompt="1"/>
          </p:nvPr>
        </p:nvSpPr>
        <p:spPr>
          <a:xfrm>
            <a:off x="533400" y="533400"/>
            <a:ext cx="3886200" cy="5811924"/>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77971" y="2010699"/>
            <a:ext cx="6680630" cy="43139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EF607E7C-B760-45A7-AB98-EEAB39EBFFA9}" type="datetime1">
              <a:rPr lang="en-US" smtClean="0"/>
              <a:t>11/14/2025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4984096" y="533400"/>
            <a:ext cx="668063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18817533"/>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59" y="691867"/>
            <a:ext cx="6664559" cy="121734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22217" y="2010699"/>
            <a:ext cx="6661902" cy="4330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8">
            <a:extLst>
              <a:ext uri="{FF2B5EF4-FFF2-40B4-BE49-F238E27FC236}">
                <a16:creationId xmlns:a16="http://schemas.microsoft.com/office/drawing/2014/main" id="{7BA63699-2EA2-4B8B-E296-BEF5937412F5}"/>
              </a:ext>
            </a:extLst>
          </p:cNvPr>
          <p:cNvSpPr>
            <a:spLocks noGrp="1"/>
          </p:cNvSpPr>
          <p:nvPr>
            <p:ph type="pic" sz="quarter" idx="13" hasCustomPrompt="1"/>
          </p:nvPr>
        </p:nvSpPr>
        <p:spPr>
          <a:xfrm>
            <a:off x="7620000" y="533400"/>
            <a:ext cx="4038600" cy="57912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620000" y="6426091"/>
            <a:ext cx="3553839" cy="365125"/>
          </a:xfrm>
        </p:spPr>
        <p:txBody>
          <a:bodyPr/>
          <a:lstStyle/>
          <a:p>
            <a:fld id="{C4680711-5BFA-4199-BAD0-B0C15B04A070}" type="datetime1">
              <a:rPr lang="en-US" smtClean="0"/>
              <a:t>11/14/2025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CA3F4131-F439-B360-2C50-DC4ED02C5AF2}"/>
              </a:ext>
            </a:extLst>
          </p:cNvPr>
          <p:cNvCxnSpPr>
            <a:cxnSpLocks/>
          </p:cNvCxnSpPr>
          <p:nvPr/>
        </p:nvCxnSpPr>
        <p:spPr>
          <a:xfrm>
            <a:off x="516418" y="530352"/>
            <a:ext cx="65677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51193648"/>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with Pictur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007497" y="691868"/>
            <a:ext cx="4660247" cy="1439210"/>
          </a:xfrm>
        </p:spPr>
        <p:txBody>
          <a:body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57807F9F-79B5-ED92-41CC-A1D1A8D03E35}"/>
              </a:ext>
            </a:extLst>
          </p:cNvPr>
          <p:cNvSpPr>
            <a:spLocks noGrp="1"/>
          </p:cNvSpPr>
          <p:nvPr>
            <p:ph type="pic" sz="quarter" idx="13" hasCustomPrompt="1"/>
          </p:nvPr>
        </p:nvSpPr>
        <p:spPr>
          <a:xfrm>
            <a:off x="533400" y="533399"/>
            <a:ext cx="6029286" cy="5791201"/>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007497" y="2211184"/>
            <a:ext cx="4660247" cy="41134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20C9332B-92F1-4946-B218-9926114AAEA1}" type="datetime1">
              <a:rPr lang="en-US" smtClean="0"/>
              <a:t>11/14/2025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7095744" y="530921"/>
            <a:ext cx="456285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99781712"/>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376" y="691868"/>
            <a:ext cx="4577602" cy="143921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19376" y="2211185"/>
            <a:ext cx="4577602" cy="39549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57807F9F-79B5-ED92-41CC-A1D1A8D03E35}"/>
              </a:ext>
            </a:extLst>
          </p:cNvPr>
          <p:cNvSpPr>
            <a:spLocks noGrp="1"/>
          </p:cNvSpPr>
          <p:nvPr>
            <p:ph type="pic" sz="quarter" idx="13" hasCustomPrompt="1"/>
          </p:nvPr>
        </p:nvSpPr>
        <p:spPr>
          <a:xfrm>
            <a:off x="5486400" y="533399"/>
            <a:ext cx="6172200" cy="5791201"/>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E2F630AA-266B-4EED-8F37-1EEA7BB36798}" type="datetime1">
              <a:rPr lang="en-US" smtClean="0"/>
              <a:t>11/14/2025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516418" y="530352"/>
            <a:ext cx="44365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37730662"/>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7">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8029814" y="512011"/>
            <a:ext cx="3628786" cy="1259920"/>
          </a:xfrm>
        </p:spPr>
        <p:txBody>
          <a:bodyPr anchor="b"/>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3400" y="533399"/>
            <a:ext cx="7086600" cy="5791199"/>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8043065" y="2170611"/>
            <a:ext cx="3628786" cy="4162372"/>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8029813" y="6426091"/>
            <a:ext cx="3144025" cy="365125"/>
          </a:xfrm>
        </p:spPr>
        <p:txBody>
          <a:bodyPr/>
          <a:lstStyle/>
          <a:p>
            <a:fld id="{A2E4BA8A-8D99-4942-A6AE-3429BB81C9B0}" type="datetime1">
              <a:rPr lang="en-US" smtClean="0"/>
              <a:t>11/14/2025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89C51D6-8120-DE83-0A77-B4C479640664}"/>
              </a:ext>
            </a:extLst>
          </p:cNvPr>
          <p:cNvCxnSpPr>
            <a:cxnSpLocks/>
          </p:cNvCxnSpPr>
          <p:nvPr/>
        </p:nvCxnSpPr>
        <p:spPr>
          <a:xfrm>
            <a:off x="8153400" y="1892587"/>
            <a:ext cx="350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67635702"/>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8">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848555" y="512011"/>
            <a:ext cx="6792069" cy="1259920"/>
          </a:xfrm>
        </p:spPr>
        <p:txBody>
          <a:bodyPr anchor="b"/>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3400" y="533399"/>
            <a:ext cx="3886200" cy="5791201"/>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4137143" cy="365125"/>
          </a:xfrm>
        </p:spPr>
        <p:txBody>
          <a:bodyPr/>
          <a:lstStyle/>
          <a:p>
            <a:r>
              <a:rPr lang="en-US" dirty="0"/>
              <a:t>Sample 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848555" y="2148840"/>
            <a:ext cx="6792069" cy="4162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BCB8B90-98AD-44EA-88CB-87E0482D47C5}" type="datetime1">
              <a:rPr lang="en-US" smtClean="0"/>
              <a:t>11/14/2025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89C51D6-8120-DE83-0A77-B4C479640664}"/>
              </a:ext>
            </a:extLst>
          </p:cNvPr>
          <p:cNvCxnSpPr>
            <a:cxnSpLocks/>
          </p:cNvCxnSpPr>
          <p:nvPr/>
        </p:nvCxnSpPr>
        <p:spPr>
          <a:xfrm>
            <a:off x="4953000" y="1892587"/>
            <a:ext cx="67056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81695599"/>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9">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8621935" y="691867"/>
            <a:ext cx="3052570" cy="2011680"/>
          </a:xfrm>
        </p:spPr>
        <p:txBody>
          <a:bodyPr/>
          <a:lstStyle/>
          <a:p>
            <a:r>
              <a:rPr lang="en-US"/>
              <a:t>Click to edit Master title style</a:t>
            </a:r>
            <a:endParaRPr lang="en-US" dirty="0"/>
          </a:p>
        </p:txBody>
      </p:sp>
      <p:sp>
        <p:nvSpPr>
          <p:cNvPr id="14" name="Picture Placeholder 8">
            <a:extLst>
              <a:ext uri="{FF2B5EF4-FFF2-40B4-BE49-F238E27FC236}">
                <a16:creationId xmlns:a16="http://schemas.microsoft.com/office/drawing/2014/main" id="{6BC46AA6-BED0-04C6-38E0-12160144CC38}"/>
              </a:ext>
            </a:extLst>
          </p:cNvPr>
          <p:cNvSpPr>
            <a:spLocks noGrp="1"/>
          </p:cNvSpPr>
          <p:nvPr>
            <p:ph type="pic" sz="quarter" idx="13" hasCustomPrompt="1"/>
          </p:nvPr>
        </p:nvSpPr>
        <p:spPr>
          <a:xfrm>
            <a:off x="533399" y="533400"/>
            <a:ext cx="7667626" cy="5788757"/>
          </a:xfrm>
          <a:blipFill>
            <a:blip r:embed="rId2">
              <a:alphaModFix amt="70000"/>
            </a:blip>
            <a:stretch>
              <a:fillRect/>
            </a:stretch>
          </a:blipFill>
          <a:effectLst>
            <a:outerShdw blurRad="203200" dist="12700" dir="7800000" algn="r" rotWithShape="0">
              <a:prstClr val="black">
                <a:alpha val="10000"/>
              </a:prstClr>
            </a:outerShdw>
          </a:effectLst>
        </p:spPr>
        <p:txBody>
          <a:bodyPr vert="horz" lIns="91440" tIns="45720" rIns="91440" bIns="45720" rtlCol="0">
            <a:normAutofit/>
          </a:bodyPr>
          <a:lstStyle>
            <a:lvl1pPr marL="0" indent="0">
              <a:buNone/>
              <a:defRPr lang="en-US"/>
            </a:lvl1pPr>
          </a:lstStyle>
          <a:p>
            <a:pPr lvl="0"/>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8621935" y="2889848"/>
            <a:ext cx="3052570" cy="3434752"/>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Footer Placeholder 17">
            <a:extLst>
              <a:ext uri="{FF2B5EF4-FFF2-40B4-BE49-F238E27FC236}">
                <a16:creationId xmlns:a16="http://schemas.microsoft.com/office/drawing/2014/main" id="{5C6323EE-3C7E-2716-8BD0-C89545F04FC6}"/>
              </a:ext>
            </a:extLst>
          </p:cNvPr>
          <p:cNvSpPr>
            <a:spLocks noGrp="1"/>
          </p:cNvSpPr>
          <p:nvPr>
            <p:ph type="ftr" sz="quarter" idx="15"/>
          </p:nvPr>
        </p:nvSpPr>
        <p:spPr/>
        <p:txBody>
          <a:bodyPr/>
          <a:lstStyle/>
          <a:p>
            <a:r>
              <a:rPr lang="en-US"/>
              <a:t>Sample Footer Text</a:t>
            </a:r>
          </a:p>
        </p:txBody>
      </p:sp>
      <p:sp>
        <p:nvSpPr>
          <p:cNvPr id="17" name="Date Placeholder 16">
            <a:extLst>
              <a:ext uri="{FF2B5EF4-FFF2-40B4-BE49-F238E27FC236}">
                <a16:creationId xmlns:a16="http://schemas.microsoft.com/office/drawing/2014/main" id="{F01E841F-9F6D-0E74-84D5-4BA2AF78F5C2}"/>
              </a:ext>
            </a:extLst>
          </p:cNvPr>
          <p:cNvSpPr>
            <a:spLocks noGrp="1"/>
          </p:cNvSpPr>
          <p:nvPr>
            <p:ph type="dt" sz="half" idx="14"/>
          </p:nvPr>
        </p:nvSpPr>
        <p:spPr/>
        <p:txBody>
          <a:bodyPr/>
          <a:lstStyle/>
          <a:p>
            <a:fld id="{0672E3CE-9562-4779-875D-570AC5656D0F}" type="datetime1">
              <a:rPr lang="en-US" smtClean="0"/>
              <a:t>11/14/2025</a:t>
            </a:fld>
            <a:endParaRPr lang="en-US"/>
          </a:p>
        </p:txBody>
      </p:sp>
      <p:sp>
        <p:nvSpPr>
          <p:cNvPr id="19" name="Slide Number Placeholder 18">
            <a:extLst>
              <a:ext uri="{FF2B5EF4-FFF2-40B4-BE49-F238E27FC236}">
                <a16:creationId xmlns:a16="http://schemas.microsoft.com/office/drawing/2014/main" id="{ACE2DCFD-EFAB-71DF-776D-014822C0ABEC}"/>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2CFBB608-C785-A34D-1B6D-96361A676495}"/>
              </a:ext>
            </a:extLst>
          </p:cNvPr>
          <p:cNvCxnSpPr>
            <a:cxnSpLocks/>
          </p:cNvCxnSpPr>
          <p:nvPr/>
        </p:nvCxnSpPr>
        <p:spPr>
          <a:xfrm>
            <a:off x="8727541" y="533400"/>
            <a:ext cx="293106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21401440"/>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10">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401" y="691866"/>
            <a:ext cx="3448141" cy="2247273"/>
          </a:xfrm>
        </p:spPr>
        <p:txBody>
          <a:bodyPr/>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4419600" y="530353"/>
            <a:ext cx="7239000" cy="4019112"/>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05470" y="4735286"/>
            <a:ext cx="7239000" cy="1424879"/>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BF4D8B86-78FA-4747-9401-2399B1893341}" type="datetime1">
              <a:rPr lang="en-US" smtClean="0"/>
              <a:t>11/14/2025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4A0C081E-1CAD-8E64-5453-4CC21A0A90FD}"/>
              </a:ext>
            </a:extLst>
          </p:cNvPr>
          <p:cNvCxnSpPr>
            <a:cxnSpLocks/>
          </p:cNvCxnSpPr>
          <p:nvPr/>
        </p:nvCxnSpPr>
        <p:spPr>
          <a:xfrm>
            <a:off x="530274" y="530352"/>
            <a:ext cx="3354124"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3400" y="6326367"/>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48395801"/>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1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756" y="691866"/>
            <a:ext cx="3540062" cy="2247273"/>
          </a:xfrm>
        </p:spPr>
        <p:txBody>
          <a:bodyPr/>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4419600" y="533400"/>
            <a:ext cx="7239000" cy="3157452"/>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19600" y="3933645"/>
            <a:ext cx="7261323" cy="2382111"/>
          </a:xfrm>
        </p:spPr>
        <p:txBody>
          <a:bodyPr/>
          <a:lstStyle>
            <a:lvl1pPr marL="0" indent="0">
              <a:buFont typeface="Arial" panose="020B0604020202020204" pitchFamily="34" charset="0"/>
              <a:buNone/>
              <a:defRPr/>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5ECC63D-CDB3-4317-A945-BF72F7BF98EB}" type="datetime1">
              <a:rPr lang="en-US" smtClean="0"/>
              <a:t>11/14/2025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4A0C081E-1CAD-8E64-5453-4CC21A0A90FD}"/>
              </a:ext>
            </a:extLst>
          </p:cNvPr>
          <p:cNvCxnSpPr>
            <a:cxnSpLocks/>
          </p:cNvCxnSpPr>
          <p:nvPr/>
        </p:nvCxnSpPr>
        <p:spPr>
          <a:xfrm>
            <a:off x="533400" y="530352"/>
            <a:ext cx="33528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3400" y="6324542"/>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FF4D8D45-8224-ED36-94DF-FAE863F412D1}"/>
              </a:ext>
            </a:extLst>
          </p:cNvPr>
          <p:cNvCxnSpPr>
            <a:cxnSpLocks/>
          </p:cNvCxnSpPr>
          <p:nvPr/>
        </p:nvCxnSpPr>
        <p:spPr>
          <a:xfrm>
            <a:off x="5013762" y="1892587"/>
            <a:ext cx="654409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9844219"/>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1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399" y="4829695"/>
            <a:ext cx="4289051" cy="1413164"/>
          </a:xfrm>
        </p:spPr>
        <p:txBody>
          <a:bodyPr/>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533400"/>
            <a:ext cx="11125200" cy="4013885"/>
          </a:xfrm>
          <a:blipFill>
            <a:blip r:embed="rId2">
              <a:alphaModFix amt="70000"/>
            </a:blip>
            <a:stretch>
              <a:fillRect/>
            </a:stretch>
          </a:blipFill>
          <a:effectLst>
            <a:outerShdw blurRad="177800" dir="14400000" sx="98000" sy="98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4289051" cy="365125"/>
          </a:xfrm>
        </p:spPr>
        <p:txBody>
          <a:bodyPr/>
          <a:lstStyle/>
          <a:p>
            <a:r>
              <a:rPr lang="en-US" dirty="0"/>
              <a:t>Sample 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103779" y="4829695"/>
            <a:ext cx="6554822" cy="1529541"/>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F1B6FEA0-B839-4598-B2DD-445068A8396C}" type="datetime1">
              <a:rPr lang="en-US" smtClean="0"/>
              <a:t>11/14/2025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462853243"/>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100" y="3910560"/>
            <a:ext cx="3472256" cy="2017604"/>
          </a:xfrm>
        </p:spPr>
        <p:txBody>
          <a:bodyPr/>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399" y="533400"/>
            <a:ext cx="11125201" cy="3109082"/>
          </a:xfrm>
          <a:blipFill>
            <a:blip r:embed="rId2">
              <a:alphaModFix amt="70000"/>
            </a:blip>
            <a:stretch>
              <a:fillRect/>
            </a:stretch>
          </a:blipFill>
          <a:effectLst>
            <a:outerShdw blurRad="177800" dir="14400000" sx="98000" sy="98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19600" y="3912655"/>
            <a:ext cx="7239000" cy="2407394"/>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BF024032-45C2-4C36-A7D1-3A3BD65AF0CF}" type="datetime1">
              <a:rPr lang="en-US" smtClean="0"/>
              <a:t>11/14/2025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3696560878"/>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099" y="700185"/>
            <a:ext cx="3473587" cy="1815364"/>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19601" y="702280"/>
            <a:ext cx="7239000" cy="224092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3205927"/>
            <a:ext cx="11125200" cy="3118670"/>
          </a:xfrm>
          <a:blipFill>
            <a:blip r:embed="rId2">
              <a:alphaModFix amt="70000"/>
            </a:blip>
            <a:stretch>
              <a:fillRect/>
            </a:stretch>
          </a:blipFill>
          <a:effectLst>
            <a:outerShdw blurRad="177800" dir="14400000" sx="97000" sy="97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70D67178-055F-49DC-969F-AB374B7A5758}" type="datetime1">
              <a:rPr lang="en-US" smtClean="0"/>
              <a:t>11/14/2025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A9BF7A8-7F92-8C69-89EE-92496D80C1C2}"/>
              </a:ext>
            </a:extLst>
          </p:cNvPr>
          <p:cNvCxnSpPr>
            <a:cxnSpLocks/>
          </p:cNvCxnSpPr>
          <p:nvPr/>
        </p:nvCxnSpPr>
        <p:spPr>
          <a:xfrm>
            <a:off x="533400" y="5334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645654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t with Picture 1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100" y="365760"/>
            <a:ext cx="11243982" cy="914400"/>
          </a:xfrm>
        </p:spPr>
        <p:txBody>
          <a:bodyPr anchor="b"/>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0352" y="1720219"/>
            <a:ext cx="6022848" cy="4604382"/>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101260" y="1623629"/>
            <a:ext cx="4557340" cy="47062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BAA5E08-9FB8-6BC2-0794-A92E1336B939}"/>
              </a:ext>
            </a:extLst>
          </p:cNvPr>
          <p:cNvSpPr>
            <a:spLocks noGrp="1"/>
          </p:cNvSpPr>
          <p:nvPr>
            <p:ph type="ftr" sz="quarter" idx="15"/>
          </p:nvPr>
        </p:nvSpPr>
        <p:spPr/>
        <p:txBody>
          <a:bodyPr/>
          <a:lstStyle/>
          <a:p>
            <a:r>
              <a:rPr lang="en-US" dirty="0"/>
              <a:t>Sample Footer Text</a:t>
            </a:r>
          </a:p>
        </p:txBody>
      </p:sp>
      <p:sp>
        <p:nvSpPr>
          <p:cNvPr id="8" name="Date Placeholder 7">
            <a:extLst>
              <a:ext uri="{FF2B5EF4-FFF2-40B4-BE49-F238E27FC236}">
                <a16:creationId xmlns:a16="http://schemas.microsoft.com/office/drawing/2014/main" id="{17819C0A-5C58-B9A1-EDD9-43A971A8DE10}"/>
              </a:ext>
            </a:extLst>
          </p:cNvPr>
          <p:cNvSpPr>
            <a:spLocks noGrp="1"/>
          </p:cNvSpPr>
          <p:nvPr>
            <p:ph type="dt" sz="half" idx="14"/>
          </p:nvPr>
        </p:nvSpPr>
        <p:spPr/>
        <p:txBody>
          <a:bodyPr/>
          <a:lstStyle/>
          <a:p>
            <a:fld id="{85436D6D-18C4-497A-81D8-87B6E0BF7395}" type="datetime1">
              <a:rPr lang="en-US" smtClean="0"/>
              <a:t>11/14/2025</a:t>
            </a:fld>
            <a:endParaRPr lang="en-US"/>
          </a:p>
        </p:txBody>
      </p:sp>
      <p:sp>
        <p:nvSpPr>
          <p:cNvPr id="11" name="Slide Number Placeholder 10">
            <a:extLst>
              <a:ext uri="{FF2B5EF4-FFF2-40B4-BE49-F238E27FC236}">
                <a16:creationId xmlns:a16="http://schemas.microsoft.com/office/drawing/2014/main" id="{EC8A4CD6-C6D7-317B-80FA-CA83089B05F6}"/>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89C51D6-8120-DE83-0A77-B4C479640664}"/>
              </a:ext>
            </a:extLst>
          </p:cNvPr>
          <p:cNvCxnSpPr>
            <a:cxnSpLocks/>
          </p:cNvCxnSpPr>
          <p:nvPr/>
        </p:nvCxnSpPr>
        <p:spPr>
          <a:xfrm>
            <a:off x="530352" y="1353312"/>
            <a:ext cx="11141874"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63033612"/>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755" y="691867"/>
            <a:ext cx="4067721" cy="1559555"/>
          </a:xfrm>
        </p:spPr>
        <p:txBody>
          <a:bodyPr/>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2521819"/>
            <a:ext cx="3886200" cy="3802781"/>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60685" y="694944"/>
            <a:ext cx="6705600" cy="56296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3984743" cy="365125"/>
          </a:xfrm>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1CE585B-D50B-46C7-90D5-F8C248FB96B3}" type="datetime1">
              <a:rPr lang="en-US" smtClean="0"/>
              <a:t>11/14/2025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3580752747"/>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ontent with Picture 17">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100" y="4295957"/>
            <a:ext cx="4000501" cy="1889558"/>
          </a:xfrm>
        </p:spPr>
        <p:txBody>
          <a:bodyPr/>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533400" y="531891"/>
            <a:ext cx="3886202" cy="3603594"/>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53001" y="694944"/>
            <a:ext cx="6705599" cy="55067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a:extLst>
              <a:ext uri="{FF2B5EF4-FFF2-40B4-BE49-F238E27FC236}">
                <a16:creationId xmlns:a16="http://schemas.microsoft.com/office/drawing/2014/main" id="{2354F31B-6E0C-9ACF-A3B4-2BE5DD2D21D0}"/>
              </a:ext>
            </a:extLst>
          </p:cNvPr>
          <p:cNvSpPr>
            <a:spLocks noGrp="1"/>
          </p:cNvSpPr>
          <p:nvPr>
            <p:ph type="ftr" sz="quarter" idx="15"/>
          </p:nvPr>
        </p:nvSpPr>
        <p:spPr/>
        <p:txBody>
          <a:bodyPr/>
          <a:lstStyle/>
          <a:p>
            <a:r>
              <a:rPr lang="en-US"/>
              <a:t>Sample Footer Text</a:t>
            </a:r>
          </a:p>
        </p:txBody>
      </p:sp>
      <p:sp>
        <p:nvSpPr>
          <p:cNvPr id="9" name="Date Placeholder 8">
            <a:extLst>
              <a:ext uri="{FF2B5EF4-FFF2-40B4-BE49-F238E27FC236}">
                <a16:creationId xmlns:a16="http://schemas.microsoft.com/office/drawing/2014/main" id="{1D4992A1-A620-24C8-73C6-0C53DD6F3868}"/>
              </a:ext>
            </a:extLst>
          </p:cNvPr>
          <p:cNvSpPr>
            <a:spLocks noGrp="1"/>
          </p:cNvSpPr>
          <p:nvPr>
            <p:ph type="dt" sz="half" idx="14"/>
          </p:nvPr>
        </p:nvSpPr>
        <p:spPr/>
        <p:txBody>
          <a:bodyPr/>
          <a:lstStyle/>
          <a:p>
            <a:fld id="{BFA9687D-6191-4AD9-82A2-1B737232915B}" type="datetime1">
              <a:rPr lang="en-US" smtClean="0"/>
              <a:t>11/14/2025</a:t>
            </a:fld>
            <a:endParaRPr lang="en-US"/>
          </a:p>
        </p:txBody>
      </p:sp>
      <p:sp>
        <p:nvSpPr>
          <p:cNvPr id="12" name="Slide Number Placeholder 11">
            <a:extLst>
              <a:ext uri="{FF2B5EF4-FFF2-40B4-BE49-F238E27FC236}">
                <a16:creationId xmlns:a16="http://schemas.microsoft.com/office/drawing/2014/main" id="{F2384E85-ACDE-270D-7478-1B88F47F14A5}"/>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4953001" y="531891"/>
            <a:ext cx="670559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3399" y="6324600"/>
            <a:ext cx="1112520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44063930"/>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12889" y="5074607"/>
            <a:ext cx="11166223" cy="1068234"/>
          </a:xfrm>
        </p:spPr>
        <p:txBody>
          <a:bodyPr anchor="ctr">
            <a:normAutofit/>
          </a:bodyPr>
          <a:lstStyle>
            <a:lvl1pPr algn="ctr">
              <a:defRPr sz="2800">
                <a:solidFill>
                  <a:schemeClr val="tx1"/>
                </a:solidFill>
                <a:latin typeface="+mj-lt"/>
              </a:defRPr>
            </a:lvl1pPr>
          </a:lstStyle>
          <a:p>
            <a:r>
              <a:rPr lang="en-US" dirty="0"/>
              <a:t>Click to Edit Text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516419" y="495833"/>
            <a:ext cx="11159163" cy="4245996"/>
          </a:xfrm>
        </p:spPr>
        <p:txBody>
          <a:bodyPr anchor="ctr">
            <a:normAutofit/>
          </a:bodyPr>
          <a:lstStyle>
            <a:lvl1pPr marL="0" indent="0" algn="ctr">
              <a:lnSpc>
                <a:spcPct val="90000"/>
              </a:lnSpc>
              <a:buNone/>
              <a:defRPr sz="32000" cap="none" baseline="0">
                <a:solidFill>
                  <a:schemeClr val="accent1"/>
                </a:solidFill>
                <a:latin typeface="+mj-lt"/>
              </a:defRPr>
            </a:lvl1pPr>
            <a:lvl2pPr marL="228600" indent="0" algn="ctr">
              <a:lnSpc>
                <a:spcPct val="110000"/>
              </a:lnSpc>
              <a:buNone/>
              <a:defRPr sz="2400" cap="none" baseline="0">
                <a:solidFill>
                  <a:schemeClr val="tx1"/>
                </a:solidFill>
                <a:latin typeface="+mj-lt"/>
              </a:defRPr>
            </a:lvl2pPr>
            <a:lvl3pPr marL="457200" indent="0" algn="ctr">
              <a:lnSpc>
                <a:spcPct val="110000"/>
              </a:lnSpc>
              <a:buNone/>
              <a:defRPr sz="2000" cap="none" baseline="0">
                <a:solidFill>
                  <a:schemeClr val="tx1"/>
                </a:solidFill>
                <a:latin typeface="+mj-lt"/>
              </a:defRPr>
            </a:lvl3pPr>
            <a:lvl4pPr marL="685800" indent="0" algn="ctr">
              <a:lnSpc>
                <a:spcPct val="110000"/>
              </a:lnSpc>
              <a:buNone/>
              <a:defRPr sz="1800" cap="none" baseline="0">
                <a:solidFill>
                  <a:schemeClr val="tx1"/>
                </a:solidFill>
                <a:latin typeface="+mj-lt"/>
              </a:defRPr>
            </a:lvl4pPr>
            <a:lvl5pPr marL="914400" indent="0" algn="ctr">
              <a:lnSpc>
                <a:spcPct val="110000"/>
              </a:lnSpc>
              <a:buNone/>
              <a:defRPr sz="1600" cap="none" baseline="0">
                <a:solidFill>
                  <a:schemeClr val="tx1"/>
                </a:solidFill>
                <a:latin typeface="+mj-lt"/>
              </a:defRPr>
            </a:lvl5pPr>
          </a:lstStyle>
          <a:p>
            <a:pPr lvl="0"/>
            <a:r>
              <a:rPr lang="en-US" dirty="0"/>
              <a:t>##%</a:t>
            </a:r>
          </a:p>
        </p:txBody>
      </p:sp>
      <p:sp>
        <p:nvSpPr>
          <p:cNvPr id="13" name="Footer Placeholder 12">
            <a:extLst>
              <a:ext uri="{FF2B5EF4-FFF2-40B4-BE49-F238E27FC236}">
                <a16:creationId xmlns:a16="http://schemas.microsoft.com/office/drawing/2014/main" id="{FADD3D14-222C-BA8A-E4C0-8637820CBAB1}"/>
              </a:ext>
            </a:extLst>
          </p:cNvPr>
          <p:cNvSpPr>
            <a:spLocks noGrp="1"/>
          </p:cNvSpPr>
          <p:nvPr>
            <p:ph type="ftr" sz="quarter" idx="15"/>
          </p:nvPr>
        </p:nvSpPr>
        <p:spPr/>
        <p:txBody>
          <a:bodyPr/>
          <a:lstStyle/>
          <a:p>
            <a:r>
              <a:rPr lang="en-US"/>
              <a:t>Sample Footer Text</a:t>
            </a:r>
          </a:p>
        </p:txBody>
      </p:sp>
      <p:sp>
        <p:nvSpPr>
          <p:cNvPr id="12" name="Date Placeholder 11">
            <a:extLst>
              <a:ext uri="{FF2B5EF4-FFF2-40B4-BE49-F238E27FC236}">
                <a16:creationId xmlns:a16="http://schemas.microsoft.com/office/drawing/2014/main" id="{7FEF00E3-D3E5-F5AF-F035-66A1547A0630}"/>
              </a:ext>
            </a:extLst>
          </p:cNvPr>
          <p:cNvSpPr>
            <a:spLocks noGrp="1"/>
          </p:cNvSpPr>
          <p:nvPr>
            <p:ph type="dt" sz="half" idx="14"/>
          </p:nvPr>
        </p:nvSpPr>
        <p:spPr/>
        <p:txBody>
          <a:bodyPr/>
          <a:lstStyle/>
          <a:p>
            <a:fld id="{5F2E741A-92DD-45DF-8212-2D8EB227508B}" type="datetime1">
              <a:rPr lang="en-US" smtClean="0"/>
              <a:t>11/14/2025</a:t>
            </a:fld>
            <a:endParaRPr lang="en-US"/>
          </a:p>
        </p:txBody>
      </p:sp>
      <p:sp>
        <p:nvSpPr>
          <p:cNvPr id="14" name="Slide Number Placeholder 13">
            <a:extLst>
              <a:ext uri="{FF2B5EF4-FFF2-40B4-BE49-F238E27FC236}">
                <a16:creationId xmlns:a16="http://schemas.microsoft.com/office/drawing/2014/main" id="{37222D35-3F63-3753-6F10-57879AFE3C59}"/>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6" name="Straight Connector 5">
            <a:extLst>
              <a:ext uri="{FF2B5EF4-FFF2-40B4-BE49-F238E27FC236}">
                <a16:creationId xmlns:a16="http://schemas.microsoft.com/office/drawing/2014/main" id="{96998540-FFAB-625C-C2E6-DC04B074A2C4}"/>
              </a:ext>
            </a:extLst>
          </p:cNvPr>
          <p:cNvCxnSpPr>
            <a:cxnSpLocks/>
          </p:cNvCxnSpPr>
          <p:nvPr/>
        </p:nvCxnSpPr>
        <p:spPr>
          <a:xfrm>
            <a:off x="530352" y="4839664"/>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FE9B0A1-4C47-68AF-0383-4819E2242D4E}"/>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15729339"/>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Number Large 2">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12889" y="5074607"/>
            <a:ext cx="11166223" cy="1068234"/>
          </a:xfrm>
        </p:spPr>
        <p:txBody>
          <a:bodyPr anchor="ctr">
            <a:normAutofit/>
          </a:bodyPr>
          <a:lstStyle>
            <a:lvl1pPr algn="ctr">
              <a:defRPr sz="2800">
                <a:solidFill>
                  <a:schemeClr val="tx1"/>
                </a:solidFill>
                <a:latin typeface="+mj-lt"/>
              </a:defRPr>
            </a:lvl1pPr>
          </a:lstStyle>
          <a:p>
            <a:r>
              <a:rPr lang="en-US" dirty="0"/>
              <a:t>Click to Edit Text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516419" y="684675"/>
            <a:ext cx="11159163" cy="4229674"/>
          </a:xfrm>
        </p:spPr>
        <p:txBody>
          <a:bodyPr anchor="ctr">
            <a:normAutofit/>
          </a:bodyPr>
          <a:lstStyle>
            <a:lvl1pPr marL="0" indent="0" algn="ctr">
              <a:lnSpc>
                <a:spcPct val="90000"/>
              </a:lnSpc>
              <a:buNone/>
              <a:defRPr sz="32000" cap="none" baseline="0">
                <a:solidFill>
                  <a:schemeClr val="tx1"/>
                </a:solidFill>
                <a:latin typeface="+mj-lt"/>
              </a:defRPr>
            </a:lvl1pPr>
            <a:lvl2pPr marL="228600" indent="0" algn="ctr">
              <a:lnSpc>
                <a:spcPct val="110000"/>
              </a:lnSpc>
              <a:buNone/>
              <a:defRPr sz="2400" cap="none" baseline="0">
                <a:solidFill>
                  <a:schemeClr val="tx1"/>
                </a:solidFill>
                <a:latin typeface="+mj-lt"/>
              </a:defRPr>
            </a:lvl2pPr>
            <a:lvl3pPr marL="457200" indent="0" algn="ctr">
              <a:lnSpc>
                <a:spcPct val="110000"/>
              </a:lnSpc>
              <a:buNone/>
              <a:defRPr sz="2000" cap="none" baseline="0">
                <a:solidFill>
                  <a:schemeClr val="tx1"/>
                </a:solidFill>
                <a:latin typeface="+mj-lt"/>
              </a:defRPr>
            </a:lvl3pPr>
            <a:lvl4pPr marL="685800" indent="0" algn="ctr">
              <a:lnSpc>
                <a:spcPct val="110000"/>
              </a:lnSpc>
              <a:buNone/>
              <a:defRPr sz="1800" cap="none" baseline="0">
                <a:solidFill>
                  <a:schemeClr val="tx1"/>
                </a:solidFill>
                <a:latin typeface="+mj-lt"/>
              </a:defRPr>
            </a:lvl4pPr>
            <a:lvl5pPr marL="914400" indent="0" algn="ctr">
              <a:lnSpc>
                <a:spcPct val="110000"/>
              </a:lnSpc>
              <a:buNone/>
              <a:defRPr sz="1600" cap="none" baseline="0">
                <a:solidFill>
                  <a:schemeClr val="tx1"/>
                </a:solidFill>
                <a:latin typeface="+mj-lt"/>
              </a:defRPr>
            </a:lvl5pPr>
          </a:lstStyle>
          <a:p>
            <a:pPr lvl="0"/>
            <a:r>
              <a:rPr lang="en-US" dirty="0"/>
              <a:t>##%</a:t>
            </a:r>
          </a:p>
        </p:txBody>
      </p:sp>
      <p:sp>
        <p:nvSpPr>
          <p:cNvPr id="10" name="Footer Placeholder 9">
            <a:extLst>
              <a:ext uri="{FF2B5EF4-FFF2-40B4-BE49-F238E27FC236}">
                <a16:creationId xmlns:a16="http://schemas.microsoft.com/office/drawing/2014/main" id="{897B8847-6473-457E-E96C-6389E70595B5}"/>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9" name="Date Placeholder 8">
            <a:extLst>
              <a:ext uri="{FF2B5EF4-FFF2-40B4-BE49-F238E27FC236}">
                <a16:creationId xmlns:a16="http://schemas.microsoft.com/office/drawing/2014/main" id="{397385FA-3FF0-FCCA-55E3-8E053BA2CA47}"/>
              </a:ext>
            </a:extLst>
          </p:cNvPr>
          <p:cNvSpPr>
            <a:spLocks noGrp="1"/>
          </p:cNvSpPr>
          <p:nvPr>
            <p:ph type="dt" sz="half" idx="14"/>
          </p:nvPr>
        </p:nvSpPr>
        <p:spPr/>
        <p:txBody>
          <a:bodyPr/>
          <a:lstStyle>
            <a:lvl1pPr>
              <a:defRPr>
                <a:solidFill>
                  <a:schemeClr val="tx1"/>
                </a:solidFill>
              </a:defRPr>
            </a:lvl1pPr>
          </a:lstStyle>
          <a:p>
            <a:fld id="{613F8E84-C221-42E2-A88F-FC6CBC7F05E7}" type="datetime1">
              <a:rPr lang="en-US" smtClean="0"/>
              <a:t>11/14/2025</a:t>
            </a:fld>
            <a:endParaRPr lang="en-US"/>
          </a:p>
        </p:txBody>
      </p:sp>
      <p:sp>
        <p:nvSpPr>
          <p:cNvPr id="11" name="Slide Number Placeholder 10">
            <a:extLst>
              <a:ext uri="{FF2B5EF4-FFF2-40B4-BE49-F238E27FC236}">
                <a16:creationId xmlns:a16="http://schemas.microsoft.com/office/drawing/2014/main" id="{E72B5E7B-6D54-E7B9-4307-C655E0BCABB3}"/>
              </a:ext>
            </a:extLst>
          </p:cNvPr>
          <p:cNvSpPr>
            <a:spLocks noGrp="1"/>
          </p:cNvSpPr>
          <p:nvPr>
            <p:ph type="sldNum" sz="quarter" idx="16"/>
          </p:nvPr>
        </p:nvSpPr>
        <p:spPr/>
        <p:txBody>
          <a:bodyPr/>
          <a:lstStyle>
            <a:lvl1pPr>
              <a:defRPr>
                <a:solidFill>
                  <a:schemeClr val="tx1"/>
                </a:solidFill>
              </a:defRPr>
            </a:lvl1pPr>
          </a:lstStyle>
          <a:p>
            <a:fld id="{DD84031F-D6BF-4677-B12E-7D8B88BA70F7}" type="slidenum">
              <a:rPr lang="en-US" smtClean="0"/>
              <a:t>‹#›</a:t>
            </a:fld>
            <a:endParaRPr lang="en-US"/>
          </a:p>
        </p:txBody>
      </p:sp>
      <p:cxnSp>
        <p:nvCxnSpPr>
          <p:cNvPr id="6" name="Straight Connector 5">
            <a:extLst>
              <a:ext uri="{FF2B5EF4-FFF2-40B4-BE49-F238E27FC236}">
                <a16:creationId xmlns:a16="http://schemas.microsoft.com/office/drawing/2014/main" id="{96998540-FFAB-625C-C2E6-DC04B074A2C4}"/>
              </a:ext>
            </a:extLst>
          </p:cNvPr>
          <p:cNvCxnSpPr>
            <a:cxnSpLocks/>
          </p:cNvCxnSpPr>
          <p:nvPr/>
        </p:nvCxnSpPr>
        <p:spPr>
          <a:xfrm>
            <a:off x="530352" y="4839664"/>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FE9B0A1-4C47-68AF-0383-4819E2242D4E}"/>
              </a:ext>
            </a:extLst>
          </p:cNvPr>
          <p:cNvCxnSpPr>
            <a:cxnSpLocks/>
          </p:cNvCxnSpPr>
          <p:nvPr/>
        </p:nvCxnSpPr>
        <p:spPr>
          <a:xfrm>
            <a:off x="530352" y="6328597"/>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50532025"/>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Number Larg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8371577" y="1673353"/>
            <a:ext cx="3287023" cy="3510898"/>
          </a:xfrm>
        </p:spPr>
        <p:txBody>
          <a:bodyPr vert="horz" lIns="91440" tIns="45720" rIns="91440" bIns="45720" rtlCol="0" anchor="ctr">
            <a:normAutofit/>
          </a:bodyPr>
          <a:lstStyle>
            <a:lvl1pPr>
              <a:lnSpc>
                <a:spcPct val="110000"/>
              </a:lnSpc>
              <a:defRPr lang="en-US" sz="2800" cap="none" baseline="0" dirty="0">
                <a:latin typeface="+mn-lt"/>
              </a:defRPr>
            </a:lvl1pPr>
          </a:lstStyle>
          <a:p>
            <a:pPr lvl="0"/>
            <a:r>
              <a:rPr lang="en-US" dirty="0"/>
              <a:t>Click to edit text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365759" y="1328272"/>
            <a:ext cx="7445950" cy="4169651"/>
          </a:xfrm>
        </p:spPr>
        <p:txBody>
          <a:bodyPr anchor="ctr">
            <a:normAutofit/>
          </a:bodyPr>
          <a:lstStyle>
            <a:lvl1pPr marL="0" indent="0" algn="ctr">
              <a:lnSpc>
                <a:spcPct val="110000"/>
              </a:lnSpc>
              <a:buNone/>
              <a:defRPr sz="23700" cap="none" baseline="0">
                <a:solidFill>
                  <a:schemeClr val="accent1"/>
                </a:solidFill>
                <a:latin typeface="+mj-lt"/>
              </a:defRPr>
            </a:lvl1pPr>
            <a:lvl2pPr marL="228600" indent="0" algn="l">
              <a:lnSpc>
                <a:spcPct val="110000"/>
              </a:lnSpc>
              <a:buNone/>
              <a:defRPr sz="2400" cap="none" baseline="0">
                <a:solidFill>
                  <a:schemeClr val="bg1"/>
                </a:solidFill>
              </a:defRPr>
            </a:lvl2pPr>
            <a:lvl3pPr marL="457200" indent="0" algn="l">
              <a:lnSpc>
                <a:spcPct val="110000"/>
              </a:lnSpc>
              <a:buNone/>
              <a:defRPr sz="2000" cap="none" baseline="0">
                <a:solidFill>
                  <a:schemeClr val="bg1"/>
                </a:solidFill>
              </a:defRPr>
            </a:lvl3pPr>
            <a:lvl4pPr marL="685800" indent="0" algn="l">
              <a:lnSpc>
                <a:spcPct val="110000"/>
              </a:lnSpc>
              <a:buNone/>
              <a:defRPr sz="1800" cap="none" baseline="0">
                <a:solidFill>
                  <a:schemeClr val="bg1"/>
                </a:solidFill>
              </a:defRPr>
            </a:lvl4pPr>
            <a:lvl5pPr marL="914400" indent="0" algn="l">
              <a:lnSpc>
                <a:spcPct val="110000"/>
              </a:lnSpc>
              <a:buNone/>
              <a:defRPr sz="1600" cap="none" baseline="0">
                <a:solidFill>
                  <a:schemeClr val="bg1"/>
                </a:solidFill>
              </a:defRPr>
            </a:lvl5pPr>
          </a:lstStyle>
          <a:p>
            <a:pPr lvl="0"/>
            <a:r>
              <a:rPr lang="en-US" dirty="0"/>
              <a:t>##%</a:t>
            </a:r>
          </a:p>
        </p:txBody>
      </p:sp>
      <p:sp>
        <p:nvSpPr>
          <p:cNvPr id="11" name="Footer Placeholder 10">
            <a:extLst>
              <a:ext uri="{FF2B5EF4-FFF2-40B4-BE49-F238E27FC236}">
                <a16:creationId xmlns:a16="http://schemas.microsoft.com/office/drawing/2014/main" id="{446459C9-E9DA-926C-F0C0-5EEDE6960776}"/>
              </a:ext>
            </a:extLst>
          </p:cNvPr>
          <p:cNvSpPr>
            <a:spLocks noGrp="1"/>
          </p:cNvSpPr>
          <p:nvPr>
            <p:ph type="ftr" sz="quarter" idx="15"/>
          </p:nvPr>
        </p:nvSpPr>
        <p:spPr/>
        <p:txBody>
          <a:bodyPr/>
          <a:lstStyle/>
          <a:p>
            <a:r>
              <a:rPr lang="en-US"/>
              <a:t>Sample Footer Text</a:t>
            </a:r>
          </a:p>
        </p:txBody>
      </p:sp>
      <p:sp>
        <p:nvSpPr>
          <p:cNvPr id="8" name="Date Placeholder 7">
            <a:extLst>
              <a:ext uri="{FF2B5EF4-FFF2-40B4-BE49-F238E27FC236}">
                <a16:creationId xmlns:a16="http://schemas.microsoft.com/office/drawing/2014/main" id="{C1D02E87-8057-8AC7-6F57-2066BA1BC9B7}"/>
              </a:ext>
            </a:extLst>
          </p:cNvPr>
          <p:cNvSpPr>
            <a:spLocks noGrp="1"/>
          </p:cNvSpPr>
          <p:nvPr>
            <p:ph type="dt" sz="half" idx="14"/>
          </p:nvPr>
        </p:nvSpPr>
        <p:spPr/>
        <p:txBody>
          <a:bodyPr/>
          <a:lstStyle/>
          <a:p>
            <a:fld id="{34DFD6AF-0F92-4F71-9576-F6847C4CFE31}" type="datetime1">
              <a:rPr lang="en-US" smtClean="0"/>
              <a:t>11/14/2025</a:t>
            </a:fld>
            <a:endParaRPr lang="en-US"/>
          </a:p>
        </p:txBody>
      </p:sp>
      <p:sp>
        <p:nvSpPr>
          <p:cNvPr id="12" name="Slide Number Placeholder 11">
            <a:extLst>
              <a:ext uri="{FF2B5EF4-FFF2-40B4-BE49-F238E27FC236}">
                <a16:creationId xmlns:a16="http://schemas.microsoft.com/office/drawing/2014/main" id="{52EFA3D8-21DC-0E04-B4E7-4C502496DF9B}"/>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9" name="Straight Connector 8">
            <a:extLst>
              <a:ext uri="{FF2B5EF4-FFF2-40B4-BE49-F238E27FC236}">
                <a16:creationId xmlns:a16="http://schemas.microsoft.com/office/drawing/2014/main" id="{2426DA2D-1FAE-447C-839B-22F6F0CB343E}"/>
              </a:ext>
            </a:extLst>
          </p:cNvPr>
          <p:cNvCxnSpPr>
            <a:cxnSpLocks/>
          </p:cNvCxnSpPr>
          <p:nvPr/>
        </p:nvCxnSpPr>
        <p:spPr>
          <a:xfrm>
            <a:off x="516418" y="1198471"/>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29FD6543-37F0-7721-32E4-3B3C905CC66D}"/>
              </a:ext>
            </a:extLst>
          </p:cNvPr>
          <p:cNvCxnSpPr>
            <a:cxnSpLocks/>
          </p:cNvCxnSpPr>
          <p:nvPr/>
        </p:nvCxnSpPr>
        <p:spPr>
          <a:xfrm>
            <a:off x="530352" y="5638290"/>
            <a:ext cx="1114924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10803998"/>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Statement">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1480" y="722376"/>
            <a:ext cx="10762488" cy="5458968"/>
          </a:xfrm>
        </p:spPr>
        <p:txBody>
          <a:bodyPr vert="horz" lIns="91440" tIns="45720" rIns="91440" bIns="45720" rtlCol="0">
            <a:normAutofit/>
          </a:bodyPr>
          <a:lstStyle>
            <a:lvl1pPr marL="0" indent="0">
              <a:lnSpc>
                <a:spcPct val="90000"/>
              </a:lnSpc>
              <a:buNone/>
              <a:defRPr lang="en-US" sz="7200" cap="all" baseline="0" dirty="0">
                <a:latin typeface="+mj-lt"/>
              </a:defRPr>
            </a:lvl1pPr>
            <a:lvl2pPr marL="457200" indent="0">
              <a:lnSpc>
                <a:spcPct val="90000"/>
              </a:lnSpc>
              <a:buNone/>
              <a:defRPr lang="en-US" sz="6600" cap="all" baseline="0" dirty="0">
                <a:latin typeface="+mj-lt"/>
              </a:defRPr>
            </a:lvl2pPr>
            <a:lvl3pPr marL="914400" indent="0">
              <a:lnSpc>
                <a:spcPct val="90000"/>
              </a:lnSpc>
              <a:buNone/>
              <a:defRPr lang="en-US" sz="6000" cap="all" baseline="0" dirty="0">
                <a:latin typeface="+mj-lt"/>
              </a:defRPr>
            </a:lvl3pPr>
            <a:lvl4pPr marL="1371600" indent="0">
              <a:lnSpc>
                <a:spcPct val="90000"/>
              </a:lnSpc>
              <a:buNone/>
              <a:defRPr lang="en-US" sz="6000" cap="all" baseline="0" dirty="0">
                <a:latin typeface="+mj-lt"/>
              </a:defRPr>
            </a:lvl4pPr>
            <a:lvl5pPr marL="1828800" indent="0">
              <a:lnSpc>
                <a:spcPct val="90000"/>
              </a:lnSpc>
              <a:buNone/>
              <a:defRPr lang="en-US" sz="6000" cap="all" baseline="0" dirty="0">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9">
            <a:extLst>
              <a:ext uri="{FF2B5EF4-FFF2-40B4-BE49-F238E27FC236}">
                <a16:creationId xmlns:a16="http://schemas.microsoft.com/office/drawing/2014/main" id="{B4B05AAB-D167-637A-451A-510AF3173A71}"/>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6" name="Date Placeholder 5">
            <a:extLst>
              <a:ext uri="{FF2B5EF4-FFF2-40B4-BE49-F238E27FC236}">
                <a16:creationId xmlns:a16="http://schemas.microsoft.com/office/drawing/2014/main" id="{A28B3CFC-5715-1685-A039-A3162E1A6D00}"/>
              </a:ext>
            </a:extLst>
          </p:cNvPr>
          <p:cNvSpPr>
            <a:spLocks noGrp="1"/>
          </p:cNvSpPr>
          <p:nvPr>
            <p:ph type="dt" sz="half" idx="14"/>
          </p:nvPr>
        </p:nvSpPr>
        <p:spPr/>
        <p:txBody>
          <a:bodyPr/>
          <a:lstStyle>
            <a:lvl1pPr>
              <a:defRPr>
                <a:solidFill>
                  <a:schemeClr val="tx1"/>
                </a:solidFill>
              </a:defRPr>
            </a:lvl1pPr>
          </a:lstStyle>
          <a:p>
            <a:fld id="{028211E3-7798-4C1B-A8B7-1D4CC8744C3E}" type="datetime1">
              <a:rPr lang="en-US" smtClean="0"/>
              <a:t>11/14/2025</a:t>
            </a:fld>
            <a:endParaRPr lang="en-US"/>
          </a:p>
        </p:txBody>
      </p:sp>
      <p:sp>
        <p:nvSpPr>
          <p:cNvPr id="11" name="Slide Number Placeholder 10">
            <a:extLst>
              <a:ext uri="{FF2B5EF4-FFF2-40B4-BE49-F238E27FC236}">
                <a16:creationId xmlns:a16="http://schemas.microsoft.com/office/drawing/2014/main" id="{B5256ABD-1750-68C8-B3DD-DDDA3342C7F6}"/>
              </a:ext>
            </a:extLst>
          </p:cNvPr>
          <p:cNvSpPr>
            <a:spLocks noGrp="1"/>
          </p:cNvSpPr>
          <p:nvPr>
            <p:ph type="sldNum" sz="quarter" idx="16"/>
          </p:nvPr>
        </p:nvSpPr>
        <p:spPr/>
        <p:txBody>
          <a:bodyPr/>
          <a:lstStyle>
            <a:lvl1pPr>
              <a:defRPr>
                <a:solidFill>
                  <a:schemeClr val="tx1"/>
                </a:solidFill>
              </a:defRPr>
            </a:lvl1pPr>
          </a:lstStyle>
          <a:p>
            <a:fld id="{DD84031F-D6BF-4677-B12E-7D8B88BA70F7}" type="slidenum">
              <a:rPr lang="en-US" smtClean="0"/>
              <a:pPr/>
              <a:t>‹#›</a:t>
            </a:fld>
            <a:endParaRPr lang="en-US"/>
          </a:p>
        </p:txBody>
      </p:sp>
      <p:cxnSp>
        <p:nvCxnSpPr>
          <p:cNvPr id="8" name="Straight Connector 7">
            <a:extLst>
              <a:ext uri="{FF2B5EF4-FFF2-40B4-BE49-F238E27FC236}">
                <a16:creationId xmlns:a16="http://schemas.microsoft.com/office/drawing/2014/main" id="{07C0A4E9-267E-8FCC-AB27-70F0E33E2D79}"/>
              </a:ext>
            </a:extLst>
          </p:cNvPr>
          <p:cNvCxnSpPr>
            <a:cxnSpLocks/>
          </p:cNvCxnSpPr>
          <p:nvPr/>
        </p:nvCxnSpPr>
        <p:spPr>
          <a:xfrm>
            <a:off x="530352" y="533400"/>
            <a:ext cx="11128248"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7A1B5A9-A34C-A393-09C0-174C561F5FBF}"/>
              </a:ext>
            </a:extLst>
          </p:cNvPr>
          <p:cNvCxnSpPr>
            <a:cxnSpLocks/>
          </p:cNvCxnSpPr>
          <p:nvPr/>
        </p:nvCxnSpPr>
        <p:spPr>
          <a:xfrm>
            <a:off x="530352" y="6324600"/>
            <a:ext cx="11128248"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29496999"/>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Statement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30415" y="717754"/>
            <a:ext cx="10758791" cy="5458159"/>
          </a:xfrm>
        </p:spPr>
        <p:txBody>
          <a:bodyPr vert="horz" lIns="91440" tIns="45720" rIns="91440" bIns="45720" rtlCol="0" anchor="t">
            <a:normAutofit/>
          </a:bodyPr>
          <a:lstStyle>
            <a:lvl1pPr marL="0" indent="0">
              <a:lnSpc>
                <a:spcPct val="90000"/>
              </a:lnSpc>
              <a:spcBef>
                <a:spcPts val="1000"/>
              </a:spcBef>
              <a:buNone/>
              <a:defRPr lang="en-US" sz="7200" b="0" cap="all" baseline="0" dirty="0">
                <a:solidFill>
                  <a:schemeClr val="accent1"/>
                </a:solidFill>
                <a:latin typeface="+mj-lt"/>
                <a:ea typeface="+mj-ea"/>
                <a:cs typeface="+mj-cs"/>
              </a:defRPr>
            </a:lvl1pPr>
            <a:lvl2pPr marL="457200" indent="0">
              <a:lnSpc>
                <a:spcPct val="90000"/>
              </a:lnSpc>
              <a:spcBef>
                <a:spcPts val="1000"/>
              </a:spcBef>
              <a:buNone/>
              <a:defRPr lang="en-US" sz="6600" b="0" cap="all" baseline="0" dirty="0">
                <a:solidFill>
                  <a:schemeClr val="accent1"/>
                </a:solidFill>
                <a:latin typeface="+mj-lt"/>
              </a:defRPr>
            </a:lvl2pPr>
            <a:lvl3pPr marL="914400" indent="0">
              <a:lnSpc>
                <a:spcPct val="90000"/>
              </a:lnSpc>
              <a:spcBef>
                <a:spcPts val="1000"/>
              </a:spcBef>
              <a:buNone/>
              <a:defRPr lang="en-US" sz="6000" b="0" cap="all" baseline="0" dirty="0">
                <a:solidFill>
                  <a:schemeClr val="accent1"/>
                </a:solidFill>
                <a:latin typeface="+mj-lt"/>
              </a:defRPr>
            </a:lvl3pPr>
            <a:lvl4pPr marL="1371600" indent="0">
              <a:lnSpc>
                <a:spcPct val="90000"/>
              </a:lnSpc>
              <a:spcBef>
                <a:spcPts val="1000"/>
              </a:spcBef>
              <a:buNone/>
              <a:defRPr lang="en-US" sz="6000" b="0" cap="all" baseline="0" dirty="0">
                <a:solidFill>
                  <a:schemeClr val="accent1"/>
                </a:solidFill>
                <a:latin typeface="+mj-lt"/>
              </a:defRPr>
            </a:lvl4pPr>
            <a:lvl5pPr marL="1828800" indent="0">
              <a:lnSpc>
                <a:spcPct val="90000"/>
              </a:lnSpc>
              <a:spcBef>
                <a:spcPts val="1000"/>
              </a:spcBef>
              <a:buNone/>
              <a:defRPr lang="en-US" sz="6000" b="0" cap="all" baseline="0" dirty="0">
                <a:solidFill>
                  <a:schemeClr val="accent1"/>
                </a:solidFill>
                <a:latin typeface="+mj-lt"/>
              </a:defRPr>
            </a:lvl5pPr>
          </a:lstStyle>
          <a:p>
            <a:pPr marL="228600" lvl="0" indent="-228600">
              <a:lnSpc>
                <a:spcPct val="90000"/>
              </a:lnSpc>
              <a:spcBef>
                <a:spcPct val="0"/>
              </a:spcBef>
            </a:pPr>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2D89B1FA-A3A2-4EEE-AC52-74345FF796E0}" type="datetime1">
              <a:rPr lang="en-US" smtClean="0"/>
              <a:t>11/14/2025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B321C58F-32A5-353B-47A2-C43DAAB8F254}"/>
              </a:ext>
            </a:extLst>
          </p:cNvPr>
          <p:cNvCxnSpPr>
            <a:cxnSpLocks/>
          </p:cNvCxnSpPr>
          <p:nvPr/>
        </p:nvCxnSpPr>
        <p:spPr>
          <a:xfrm>
            <a:off x="530352" y="530352"/>
            <a:ext cx="1112824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7A1B5A9-A34C-A393-09C0-174C561F5FBF}"/>
              </a:ext>
            </a:extLst>
          </p:cNvPr>
          <p:cNvCxnSpPr>
            <a:cxnSpLocks/>
          </p:cNvCxnSpPr>
          <p:nvPr/>
        </p:nvCxnSpPr>
        <p:spPr>
          <a:xfrm>
            <a:off x="530352" y="6324600"/>
            <a:ext cx="1112824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15070642"/>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Statement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450490" y="1828806"/>
            <a:ext cx="9291020" cy="3132569"/>
          </a:xfrm>
        </p:spPr>
        <p:txBody>
          <a:bodyPr anchor="ctr">
            <a:normAutofit/>
          </a:bodyPr>
          <a:lstStyle>
            <a:lvl1pPr marL="0" indent="0" algn="ctr">
              <a:lnSpc>
                <a:spcPct val="100000"/>
              </a:lnSpc>
              <a:buNone/>
              <a:defRPr sz="5400" b="0">
                <a:solidFill>
                  <a:schemeClr val="accent1"/>
                </a:solidFill>
              </a:defRPr>
            </a:lvl1pPr>
            <a:lvl2pPr marL="228600" indent="0" algn="ctr">
              <a:lnSpc>
                <a:spcPct val="100000"/>
              </a:lnSpc>
              <a:buNone/>
              <a:defRPr sz="4800" b="0">
                <a:solidFill>
                  <a:schemeClr val="accent1"/>
                </a:solidFill>
              </a:defRPr>
            </a:lvl2pPr>
            <a:lvl3pPr marL="457200" indent="0" algn="ctr">
              <a:lnSpc>
                <a:spcPct val="100000"/>
              </a:lnSpc>
              <a:buNone/>
              <a:defRPr sz="4400" b="0">
                <a:solidFill>
                  <a:schemeClr val="accent1"/>
                </a:solidFill>
              </a:defRPr>
            </a:lvl3pPr>
            <a:lvl4pPr marL="685800" indent="0" algn="ctr">
              <a:lnSpc>
                <a:spcPct val="100000"/>
              </a:lnSpc>
              <a:buNone/>
              <a:defRPr sz="4000" b="0">
                <a:solidFill>
                  <a:schemeClr val="accent1"/>
                </a:solidFill>
              </a:defRPr>
            </a:lvl4pPr>
            <a:lvl5pPr marL="914400" indent="0" algn="ctr">
              <a:lnSpc>
                <a:spcPct val="100000"/>
              </a:lnSpc>
              <a:buNone/>
              <a:defRPr sz="3600" b="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8CB0E27F-4DA4-4250-AB3F-755F95A702F0}" type="datetime1">
              <a:rPr lang="en-US" smtClean="0"/>
              <a:t>11/14/2025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6" name="Straight Connector 5">
            <a:extLst>
              <a:ext uri="{FF2B5EF4-FFF2-40B4-BE49-F238E27FC236}">
                <a16:creationId xmlns:a16="http://schemas.microsoft.com/office/drawing/2014/main" id="{99661B65-925C-C474-4671-6B5CBEB80093}"/>
              </a:ext>
            </a:extLst>
          </p:cNvPr>
          <p:cNvCxnSpPr>
            <a:cxnSpLocks/>
          </p:cNvCxnSpPr>
          <p:nvPr/>
        </p:nvCxnSpPr>
        <p:spPr>
          <a:xfrm>
            <a:off x="1405629" y="1164266"/>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9AEB70E-85D7-3389-E0B5-B0953E3D035D}"/>
              </a:ext>
            </a:extLst>
          </p:cNvPr>
          <p:cNvCxnSpPr>
            <a:cxnSpLocks/>
          </p:cNvCxnSpPr>
          <p:nvPr/>
        </p:nvCxnSpPr>
        <p:spPr>
          <a:xfrm>
            <a:off x="1399690" y="5693732"/>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80622123"/>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Quot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359764" y="5486400"/>
            <a:ext cx="9472473" cy="939691"/>
          </a:xfrm>
        </p:spPr>
        <p:txBody>
          <a:bodyPr anchor="ctr">
            <a:normAutofit/>
          </a:bodyPr>
          <a:lstStyle>
            <a:lvl1pPr marL="137160" indent="-137160" algn="ctr">
              <a:lnSpc>
                <a:spcPct val="100000"/>
              </a:lnSpc>
              <a:defRPr sz="1800" cap="all" baseline="0">
                <a:latin typeface="+mj-lt"/>
              </a:defRPr>
            </a:lvl1pPr>
          </a:lstStyle>
          <a:p>
            <a:r>
              <a:rPr lang="en-US" dirty="0"/>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359761" y="667511"/>
            <a:ext cx="9413534" cy="4010998"/>
          </a:xfrm>
        </p:spPr>
        <p:txBody>
          <a:bodyPr anchor="ctr">
            <a:normAutofit/>
          </a:bodyPr>
          <a:lstStyle>
            <a:lvl1pPr marL="0" indent="0" algn="ctr">
              <a:lnSpc>
                <a:spcPct val="100000"/>
              </a:lnSpc>
              <a:buNone/>
              <a:defRPr sz="4400" b="0" cap="none" spc="50" baseline="0">
                <a:solidFill>
                  <a:schemeClr val="accent1"/>
                </a:solidFill>
                <a:latin typeface="+mn-lt"/>
              </a:defRPr>
            </a:lvl1pPr>
            <a:lvl2pPr marL="228600" indent="0" algn="ctr">
              <a:lnSpc>
                <a:spcPct val="100000"/>
              </a:lnSpc>
              <a:buNone/>
              <a:defRPr sz="4000" b="0" cap="none" spc="50" baseline="0">
                <a:solidFill>
                  <a:schemeClr val="accent1"/>
                </a:solidFill>
                <a:latin typeface="+mn-lt"/>
              </a:defRPr>
            </a:lvl2pPr>
            <a:lvl3pPr marL="457200" indent="0" algn="ctr">
              <a:lnSpc>
                <a:spcPct val="100000"/>
              </a:lnSpc>
              <a:buNone/>
              <a:defRPr sz="3600" b="0" cap="none" spc="50" baseline="0">
                <a:solidFill>
                  <a:schemeClr val="accent1"/>
                </a:solidFill>
                <a:latin typeface="+mn-lt"/>
              </a:defRPr>
            </a:lvl3pPr>
            <a:lvl4pPr marL="685800" indent="0" algn="ctr">
              <a:lnSpc>
                <a:spcPct val="100000"/>
              </a:lnSpc>
              <a:buNone/>
              <a:defRPr sz="3200" b="0" cap="none" spc="50" baseline="0">
                <a:solidFill>
                  <a:schemeClr val="accent1"/>
                </a:solidFill>
                <a:latin typeface="+mn-lt"/>
              </a:defRPr>
            </a:lvl4pPr>
            <a:lvl5pPr marL="914400" indent="0" algn="ctr">
              <a:lnSpc>
                <a:spcPct val="100000"/>
              </a:lnSpc>
              <a:buNone/>
              <a:defRPr sz="2800" b="0" cap="none" spc="50" baseline="0">
                <a:solidFill>
                  <a:schemeClr val="accent1"/>
                </a:solidFill>
                <a:latin typeface="+mn-lt"/>
              </a:defRPr>
            </a:lvl5pPr>
          </a:lstStyle>
          <a:p>
            <a:pPr lvl="0"/>
            <a:r>
              <a:rPr lang="en-US" dirty="0"/>
              <a:t>Click to edit quote</a:t>
            </a:r>
          </a:p>
        </p:txBody>
      </p:sp>
      <p:sp>
        <p:nvSpPr>
          <p:cNvPr id="9" name="Footer Placeholder 8">
            <a:extLst>
              <a:ext uri="{FF2B5EF4-FFF2-40B4-BE49-F238E27FC236}">
                <a16:creationId xmlns:a16="http://schemas.microsoft.com/office/drawing/2014/main" id="{468922A5-1A25-C2CB-DB6C-A2CCA7E6E68B}"/>
              </a:ext>
            </a:extLst>
          </p:cNvPr>
          <p:cNvSpPr>
            <a:spLocks noGrp="1"/>
          </p:cNvSpPr>
          <p:nvPr>
            <p:ph type="ftr" sz="quarter" idx="15"/>
          </p:nvPr>
        </p:nvSpPr>
        <p:spPr/>
        <p:txBody>
          <a:bodyPr/>
          <a:lstStyle/>
          <a:p>
            <a:r>
              <a:rPr lang="en-US"/>
              <a:t>Sample Footer Text</a:t>
            </a:r>
          </a:p>
        </p:txBody>
      </p:sp>
      <p:sp>
        <p:nvSpPr>
          <p:cNvPr id="8" name="Date Placeholder 7">
            <a:extLst>
              <a:ext uri="{FF2B5EF4-FFF2-40B4-BE49-F238E27FC236}">
                <a16:creationId xmlns:a16="http://schemas.microsoft.com/office/drawing/2014/main" id="{7AB04756-BB80-4C64-D871-0ADC3A7778F6}"/>
              </a:ext>
            </a:extLst>
          </p:cNvPr>
          <p:cNvSpPr>
            <a:spLocks noGrp="1"/>
          </p:cNvSpPr>
          <p:nvPr>
            <p:ph type="dt" sz="half" idx="14"/>
          </p:nvPr>
        </p:nvSpPr>
        <p:spPr/>
        <p:txBody>
          <a:bodyPr/>
          <a:lstStyle/>
          <a:p>
            <a:fld id="{281718C3-C21D-4CB2-9429-434651DA51E0}" type="datetime1">
              <a:rPr lang="en-US" smtClean="0"/>
              <a:t>11/14/2025</a:t>
            </a:fld>
            <a:endParaRPr lang="en-US"/>
          </a:p>
        </p:txBody>
      </p:sp>
      <p:sp>
        <p:nvSpPr>
          <p:cNvPr id="10" name="Slide Number Placeholder 9">
            <a:extLst>
              <a:ext uri="{FF2B5EF4-FFF2-40B4-BE49-F238E27FC236}">
                <a16:creationId xmlns:a16="http://schemas.microsoft.com/office/drawing/2014/main" id="{3EF70E65-4C3D-A600-1367-6FBA2FDDE55C}"/>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5" name="Straight Connector 4">
            <a:extLst>
              <a:ext uri="{FF2B5EF4-FFF2-40B4-BE49-F238E27FC236}">
                <a16:creationId xmlns:a16="http://schemas.microsoft.com/office/drawing/2014/main" id="{6C95B307-0002-4F55-5801-73F564B37804}"/>
              </a:ext>
            </a:extLst>
          </p:cNvPr>
          <p:cNvCxnSpPr>
            <a:cxnSpLocks/>
          </p:cNvCxnSpPr>
          <p:nvPr/>
        </p:nvCxnSpPr>
        <p:spPr>
          <a:xfrm>
            <a:off x="1399690" y="5178692"/>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43441684"/>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Quot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548641" y="5422793"/>
            <a:ext cx="8849802" cy="763321"/>
          </a:xfrm>
        </p:spPr>
        <p:txBody>
          <a:bodyPr anchor="t">
            <a:normAutofit/>
          </a:bodyPr>
          <a:lstStyle>
            <a:lvl1pPr marL="0" indent="0">
              <a:lnSpc>
                <a:spcPct val="100000"/>
              </a:lnSpc>
              <a:defRPr sz="2000" cap="all" baseline="0">
                <a:solidFill>
                  <a:schemeClr val="tx1"/>
                </a:solidFill>
                <a:latin typeface="+mj-lt"/>
              </a:defRPr>
            </a:lvl1pPr>
          </a:lstStyle>
          <a:p>
            <a:r>
              <a:rPr lang="en-US" dirty="0"/>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415047" y="364321"/>
            <a:ext cx="8983395" cy="4379976"/>
          </a:xfrm>
        </p:spPr>
        <p:txBody>
          <a:bodyPr anchor="t">
            <a:normAutofit/>
          </a:bodyPr>
          <a:lstStyle>
            <a:lvl1pPr marL="137160" indent="-137160">
              <a:lnSpc>
                <a:spcPct val="100000"/>
              </a:lnSpc>
              <a:buNone/>
              <a:defRPr sz="5400" b="0" cap="none" spc="50" baseline="0">
                <a:solidFill>
                  <a:schemeClr val="accent1"/>
                </a:solidFill>
                <a:latin typeface="+mn-lt"/>
              </a:defRPr>
            </a:lvl1pPr>
            <a:lvl2pPr marL="228600" indent="0">
              <a:buNone/>
              <a:defRPr sz="1600" b="0" cap="all" spc="50" baseline="0">
                <a:solidFill>
                  <a:schemeClr val="tx1"/>
                </a:solidFill>
                <a:latin typeface="+mj-lt"/>
              </a:defRPr>
            </a:lvl2pPr>
            <a:lvl3pPr marL="457200" indent="0">
              <a:buNone/>
              <a:defRPr sz="1400" b="0" cap="all" spc="50" baseline="0">
                <a:solidFill>
                  <a:schemeClr val="tx1"/>
                </a:solidFill>
                <a:latin typeface="+mj-lt"/>
              </a:defRPr>
            </a:lvl3pPr>
            <a:lvl4pPr marL="685800" indent="0">
              <a:buNone/>
              <a:defRPr sz="1200" b="0" cap="all" spc="50" baseline="0">
                <a:solidFill>
                  <a:schemeClr val="tx1"/>
                </a:solidFill>
                <a:latin typeface="+mj-lt"/>
              </a:defRPr>
            </a:lvl4pPr>
            <a:lvl5pPr marL="914400" indent="0">
              <a:buNone/>
              <a:defRPr sz="1100" b="0" cap="all" spc="50" baseline="0">
                <a:solidFill>
                  <a:schemeClr val="tx1"/>
                </a:solidFill>
                <a:latin typeface="+mj-lt"/>
              </a:defRPr>
            </a:lvl5pPr>
          </a:lstStyle>
          <a:p>
            <a:pPr lvl="0"/>
            <a:r>
              <a:rPr lang="en-US" dirty="0"/>
              <a:t>Click to edit quote</a:t>
            </a:r>
          </a:p>
        </p:txBody>
      </p:sp>
      <p:sp>
        <p:nvSpPr>
          <p:cNvPr id="11" name="Footer Placeholder 10">
            <a:extLst>
              <a:ext uri="{FF2B5EF4-FFF2-40B4-BE49-F238E27FC236}">
                <a16:creationId xmlns:a16="http://schemas.microsoft.com/office/drawing/2014/main" id="{BB573913-DF3D-A336-7766-2F2A4077FA24}"/>
              </a:ext>
            </a:extLst>
          </p:cNvPr>
          <p:cNvSpPr>
            <a:spLocks noGrp="1"/>
          </p:cNvSpPr>
          <p:nvPr>
            <p:ph type="ftr" sz="quarter" idx="15"/>
          </p:nvPr>
        </p:nvSpPr>
        <p:spPr/>
        <p:txBody>
          <a:bodyPr/>
          <a:lstStyle/>
          <a:p>
            <a:r>
              <a:rPr lang="en-US"/>
              <a:t>Sample Footer Text</a:t>
            </a:r>
          </a:p>
        </p:txBody>
      </p:sp>
      <p:sp>
        <p:nvSpPr>
          <p:cNvPr id="10" name="Date Placeholder 9">
            <a:extLst>
              <a:ext uri="{FF2B5EF4-FFF2-40B4-BE49-F238E27FC236}">
                <a16:creationId xmlns:a16="http://schemas.microsoft.com/office/drawing/2014/main" id="{82574524-6D35-F65F-291D-C661BC2839A9}"/>
              </a:ext>
            </a:extLst>
          </p:cNvPr>
          <p:cNvSpPr>
            <a:spLocks noGrp="1"/>
          </p:cNvSpPr>
          <p:nvPr>
            <p:ph type="dt" sz="half" idx="14"/>
          </p:nvPr>
        </p:nvSpPr>
        <p:spPr/>
        <p:txBody>
          <a:bodyPr/>
          <a:lstStyle/>
          <a:p>
            <a:fld id="{EF484BAB-BC70-496F-BE5F-77C3800258C1}" type="datetime1">
              <a:rPr lang="en-US" smtClean="0"/>
              <a:t>11/14/2025</a:t>
            </a:fld>
            <a:endParaRPr lang="en-US"/>
          </a:p>
        </p:txBody>
      </p:sp>
      <p:sp>
        <p:nvSpPr>
          <p:cNvPr id="12" name="Slide Number Placeholder 11">
            <a:extLst>
              <a:ext uri="{FF2B5EF4-FFF2-40B4-BE49-F238E27FC236}">
                <a16:creationId xmlns:a16="http://schemas.microsoft.com/office/drawing/2014/main" id="{551DEE08-81D7-3436-67E0-35E4159750B3}"/>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6" name="Straight Connector 5">
            <a:extLst>
              <a:ext uri="{FF2B5EF4-FFF2-40B4-BE49-F238E27FC236}">
                <a16:creationId xmlns:a16="http://schemas.microsoft.com/office/drawing/2014/main" id="{1A1234A2-3E92-F2E2-45A7-60E39396715E}"/>
              </a:ext>
            </a:extLst>
          </p:cNvPr>
          <p:cNvCxnSpPr>
            <a:cxnSpLocks/>
          </p:cNvCxnSpPr>
          <p:nvPr/>
        </p:nvCxnSpPr>
        <p:spPr>
          <a:xfrm>
            <a:off x="530352" y="5184424"/>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1A2847D-BCD1-DEA8-DC65-258A4946768E}"/>
              </a:ext>
            </a:extLst>
          </p:cNvPr>
          <p:cNvCxnSpPr>
            <a:cxnSpLocks/>
          </p:cNvCxnSpPr>
          <p:nvPr/>
        </p:nvCxnSpPr>
        <p:spPr>
          <a:xfrm>
            <a:off x="530352" y="6326367"/>
            <a:ext cx="1115568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11607673"/>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Quot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930302" y="5345083"/>
            <a:ext cx="10243537" cy="847899"/>
          </a:xfrm>
        </p:spPr>
        <p:txBody>
          <a:bodyPr anchor="ctr">
            <a:normAutofit/>
          </a:bodyPr>
          <a:lstStyle>
            <a:lvl1pPr marL="137160" indent="-137160" algn="ctr">
              <a:lnSpc>
                <a:spcPct val="110000"/>
              </a:lnSpc>
              <a:defRPr sz="1800" cap="none" baseline="0">
                <a:solidFill>
                  <a:schemeClr val="accent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930303" y="951364"/>
            <a:ext cx="10243536" cy="3794370"/>
          </a:xfrm>
        </p:spPr>
        <p:txBody>
          <a:bodyPr anchor="ctr">
            <a:normAutofit/>
          </a:bodyPr>
          <a:lstStyle>
            <a:lvl1pPr marL="0" indent="0" algn="ctr">
              <a:buNone/>
              <a:defRPr sz="4400" b="0" cap="all" spc="50" baseline="0">
                <a:solidFill>
                  <a:schemeClr val="tx1"/>
                </a:solidFill>
                <a:latin typeface="+mj-lt"/>
              </a:defRPr>
            </a:lvl1pPr>
            <a:lvl2pPr marL="228600" indent="0">
              <a:buNone/>
              <a:defRPr sz="4400" b="0" cap="all" spc="50" baseline="0">
                <a:solidFill>
                  <a:schemeClr val="accent1"/>
                </a:solidFill>
                <a:latin typeface="+mj-lt"/>
              </a:defRPr>
            </a:lvl2pPr>
            <a:lvl3pPr marL="457200" indent="0">
              <a:buNone/>
              <a:defRPr sz="4400" b="0" cap="all" spc="50" baseline="0">
                <a:solidFill>
                  <a:schemeClr val="accent1"/>
                </a:solidFill>
                <a:latin typeface="+mj-lt"/>
              </a:defRPr>
            </a:lvl3pPr>
            <a:lvl4pPr marL="685800" indent="0">
              <a:buNone/>
              <a:defRPr sz="4400" b="0" cap="all" spc="50" baseline="0">
                <a:solidFill>
                  <a:schemeClr val="accent1"/>
                </a:solidFill>
                <a:latin typeface="+mj-lt"/>
              </a:defRPr>
            </a:lvl4pPr>
            <a:lvl5pPr marL="914400" indent="0">
              <a:buNone/>
              <a:defRPr sz="4400" b="0" cap="all" spc="50" baseline="0">
                <a:solidFill>
                  <a:schemeClr val="accent1"/>
                </a:solidFill>
                <a:latin typeface="+mj-lt"/>
              </a:defRPr>
            </a:lvl5pPr>
          </a:lstStyle>
          <a:p>
            <a:pPr lvl="0"/>
            <a:r>
              <a:rPr lang="en-US" dirty="0"/>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9245940F-B015-464A-92BD-FC8709C093C5}" type="datetime1">
              <a:rPr lang="en-US" smtClean="0"/>
              <a:t>11/14/2025</a:t>
            </a:fld>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56050A9D-B7C5-F464-79AD-0740B311B072}"/>
              </a:ext>
            </a:extLst>
          </p:cNvPr>
          <p:cNvCxnSpPr>
            <a:cxnSpLocks/>
          </p:cNvCxnSpPr>
          <p:nvPr/>
        </p:nvCxnSpPr>
        <p:spPr>
          <a:xfrm>
            <a:off x="524909" y="533400"/>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1A1234A2-3E92-F2E2-45A7-60E39396715E}"/>
              </a:ext>
            </a:extLst>
          </p:cNvPr>
          <p:cNvCxnSpPr>
            <a:cxnSpLocks/>
          </p:cNvCxnSpPr>
          <p:nvPr/>
        </p:nvCxnSpPr>
        <p:spPr>
          <a:xfrm>
            <a:off x="516418" y="5184424"/>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0F8BEE7C-4A94-0B15-16EB-46B45E9C057E}"/>
              </a:ext>
            </a:extLst>
          </p:cNvPr>
          <p:cNvCxnSpPr>
            <a:cxnSpLocks/>
          </p:cNvCxnSpPr>
          <p:nvPr/>
        </p:nvCxnSpPr>
        <p:spPr>
          <a:xfrm>
            <a:off x="507928"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63788849"/>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Quote 4">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359764" y="5430743"/>
            <a:ext cx="9472473" cy="704081"/>
          </a:xfrm>
        </p:spPr>
        <p:txBody>
          <a:bodyPr anchor="ctr">
            <a:normAutofit/>
          </a:bodyPr>
          <a:lstStyle>
            <a:lvl1pPr marL="137160" indent="-137160" algn="ctr">
              <a:lnSpc>
                <a:spcPct val="100000"/>
              </a:lnSpc>
              <a:defRPr sz="1800" cap="all" baseline="0">
                <a:solidFill>
                  <a:schemeClr val="tx1"/>
                </a:solidFill>
                <a:latin typeface="+mj-lt"/>
              </a:defRPr>
            </a:lvl1pPr>
          </a:lstStyle>
          <a:p>
            <a:r>
              <a:rPr lang="en-US" dirty="0"/>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359761" y="1081377"/>
            <a:ext cx="9413534" cy="3597131"/>
          </a:xfrm>
        </p:spPr>
        <p:txBody>
          <a:bodyPr anchor="ctr">
            <a:normAutofit/>
          </a:bodyPr>
          <a:lstStyle>
            <a:lvl1pPr marL="0" indent="0" algn="ctr">
              <a:lnSpc>
                <a:spcPct val="100000"/>
              </a:lnSpc>
              <a:buNone/>
              <a:defRPr sz="4400" b="0" cap="none" spc="50" baseline="0">
                <a:solidFill>
                  <a:schemeClr val="tx1"/>
                </a:solidFill>
                <a:latin typeface="+mn-lt"/>
              </a:defRPr>
            </a:lvl1pPr>
            <a:lvl2pPr marL="228600" indent="0" algn="ctr">
              <a:lnSpc>
                <a:spcPct val="100000"/>
              </a:lnSpc>
              <a:buNone/>
              <a:defRPr sz="4000" b="0" cap="none" spc="50" baseline="0">
                <a:solidFill>
                  <a:schemeClr val="accent1"/>
                </a:solidFill>
                <a:latin typeface="+mn-lt"/>
              </a:defRPr>
            </a:lvl2pPr>
            <a:lvl3pPr marL="457200" indent="0" algn="ctr">
              <a:lnSpc>
                <a:spcPct val="100000"/>
              </a:lnSpc>
              <a:buNone/>
              <a:defRPr sz="3600" b="0" cap="none" spc="50" baseline="0">
                <a:solidFill>
                  <a:schemeClr val="accent1"/>
                </a:solidFill>
                <a:latin typeface="+mn-lt"/>
              </a:defRPr>
            </a:lvl3pPr>
            <a:lvl4pPr marL="685800" indent="0" algn="ctr">
              <a:lnSpc>
                <a:spcPct val="100000"/>
              </a:lnSpc>
              <a:buNone/>
              <a:defRPr sz="3200" b="0" cap="none" spc="50" baseline="0">
                <a:solidFill>
                  <a:schemeClr val="accent1"/>
                </a:solidFill>
                <a:latin typeface="+mn-lt"/>
              </a:defRPr>
            </a:lvl4pPr>
            <a:lvl5pPr marL="914400" indent="0" algn="ctr">
              <a:lnSpc>
                <a:spcPct val="100000"/>
              </a:lnSpc>
              <a:buNone/>
              <a:defRPr sz="2800" b="0" cap="none" spc="50" baseline="0">
                <a:solidFill>
                  <a:schemeClr val="accent1"/>
                </a:solidFill>
                <a:latin typeface="+mn-lt"/>
              </a:defRPr>
            </a:lvl5pPr>
          </a:lstStyle>
          <a:p>
            <a:pPr lvl="0"/>
            <a:r>
              <a:rPr lang="en-US" dirty="0"/>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8E6C2023-0583-4B96-882C-68D22DCD46B6}" type="datetime1">
              <a:rPr lang="en-US" smtClean="0"/>
              <a:t>11/14/2025</a:t>
            </a:fld>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DD84031F-D6BF-4677-B12E-7D8B88BA70F7}" type="slidenum">
              <a:rPr lang="en-US" smtClean="0"/>
              <a:t>‹#›</a:t>
            </a:fld>
            <a:endParaRPr lang="en-US"/>
          </a:p>
        </p:txBody>
      </p:sp>
      <p:cxnSp>
        <p:nvCxnSpPr>
          <p:cNvPr id="10" name="Straight Connector 9">
            <a:extLst>
              <a:ext uri="{FF2B5EF4-FFF2-40B4-BE49-F238E27FC236}">
                <a16:creationId xmlns:a16="http://schemas.microsoft.com/office/drawing/2014/main" id="{3FD77A43-F5D0-235F-35F0-CBDFCF048764}"/>
              </a:ext>
            </a:extLst>
          </p:cNvPr>
          <p:cNvCxnSpPr>
            <a:cxnSpLocks/>
          </p:cNvCxnSpPr>
          <p:nvPr/>
        </p:nvCxnSpPr>
        <p:spPr>
          <a:xfrm>
            <a:off x="530352" y="530352"/>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D4577989-BB5F-9AF1-A65F-3B2D0FDB6368}"/>
              </a:ext>
            </a:extLst>
          </p:cNvPr>
          <p:cNvCxnSpPr>
            <a:cxnSpLocks/>
          </p:cNvCxnSpPr>
          <p:nvPr/>
        </p:nvCxnSpPr>
        <p:spPr>
          <a:xfrm>
            <a:off x="530352" y="5180630"/>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B066E7AB-929A-6900-35D9-F1C66399874C}"/>
              </a:ext>
            </a:extLst>
          </p:cNvPr>
          <p:cNvCxnSpPr>
            <a:cxnSpLocks/>
          </p:cNvCxnSpPr>
          <p:nvPr/>
        </p:nvCxnSpPr>
        <p:spPr>
          <a:xfrm>
            <a:off x="530352" y="6324600"/>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71770"/>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Two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419100" y="365760"/>
            <a:ext cx="11239498" cy="914400"/>
          </a:xfrm>
        </p:spPr>
        <p:txBody>
          <a:bodyPr anchor="b"/>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FB8DBCC-227D-BB0A-7CD5-02D66CF18745}"/>
              </a:ext>
            </a:extLst>
          </p:cNvPr>
          <p:cNvSpPr>
            <a:spLocks noGrp="1"/>
          </p:cNvSpPr>
          <p:nvPr>
            <p:ph sz="quarter" idx="15"/>
          </p:nvPr>
        </p:nvSpPr>
        <p:spPr>
          <a:xfrm>
            <a:off x="419100" y="1714500"/>
            <a:ext cx="5305425" cy="43894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a:extLst>
              <a:ext uri="{FF2B5EF4-FFF2-40B4-BE49-F238E27FC236}">
                <a16:creationId xmlns:a16="http://schemas.microsoft.com/office/drawing/2014/main" id="{0DBB7E01-A7E6-1882-4E9B-8EABAF71F969}"/>
              </a:ext>
            </a:extLst>
          </p:cNvPr>
          <p:cNvSpPr>
            <a:spLocks noGrp="1"/>
          </p:cNvSpPr>
          <p:nvPr>
            <p:ph sz="quarter" idx="16"/>
          </p:nvPr>
        </p:nvSpPr>
        <p:spPr>
          <a:xfrm>
            <a:off x="6345936" y="1719072"/>
            <a:ext cx="5321808" cy="43905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6504A9F1-814E-44B0-83E3-9DA02F3C243F}" type="datetime1">
              <a:rPr lang="en-US" smtClean="0"/>
              <a:t>11/14/2025</a:t>
            </a:fld>
            <a:endParaRPr 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11" name="Straight Connector 10">
            <a:extLst>
              <a:ext uri="{FF2B5EF4-FFF2-40B4-BE49-F238E27FC236}">
                <a16:creationId xmlns:a16="http://schemas.microsoft.com/office/drawing/2014/main" id="{A90608C5-C55C-14AC-C8E9-7F0530018CE5}"/>
              </a:ext>
            </a:extLst>
          </p:cNvPr>
          <p:cNvCxnSpPr>
            <a:cxnSpLocks/>
          </p:cNvCxnSpPr>
          <p:nvPr/>
        </p:nvCxnSpPr>
        <p:spPr>
          <a:xfrm>
            <a:off x="533400"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90139848"/>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Comparis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402335" y="365760"/>
            <a:ext cx="11256264" cy="914400"/>
          </a:xfrm>
        </p:spPr>
        <p:txBody>
          <a:bodyPr anchor="b"/>
          <a:lstStyle/>
          <a:p>
            <a:r>
              <a:rPr lang="en-US"/>
              <a:t>Click to edit Master title style</a:t>
            </a:r>
            <a:endParaRPr lang="en-US" dirty="0"/>
          </a:p>
        </p:txBody>
      </p:sp>
      <p:sp>
        <p:nvSpPr>
          <p:cNvPr id="3" name="Text Placeholder 2">
            <a:extLst>
              <a:ext uri="{FF2B5EF4-FFF2-40B4-BE49-F238E27FC236}">
                <a16:creationId xmlns:a16="http://schemas.microsoft.com/office/drawing/2014/main" id="{7709FF10-A82A-AAEB-4B8C-921F3BA2028E}"/>
              </a:ext>
            </a:extLst>
          </p:cNvPr>
          <p:cNvSpPr>
            <a:spLocks noGrp="1"/>
          </p:cNvSpPr>
          <p:nvPr>
            <p:ph type="body" idx="1"/>
          </p:nvPr>
        </p:nvSpPr>
        <p:spPr>
          <a:xfrm>
            <a:off x="415048" y="1490472"/>
            <a:ext cx="5321808" cy="642902"/>
          </a:xfrm>
        </p:spPr>
        <p:txBody>
          <a:bodyPr anchor="b">
            <a:normAutofit/>
          </a:bodyPr>
          <a:lstStyle>
            <a:lvl1pPr marL="0" indent="0">
              <a:lnSpc>
                <a:spcPct val="100000"/>
              </a:lnSpc>
              <a:buNone/>
              <a:defRPr sz="22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EFD932-A581-1A49-7FAF-0FED2E2BC182}"/>
              </a:ext>
            </a:extLst>
          </p:cNvPr>
          <p:cNvSpPr>
            <a:spLocks noGrp="1"/>
          </p:cNvSpPr>
          <p:nvPr>
            <p:ph sz="quarter" idx="15"/>
          </p:nvPr>
        </p:nvSpPr>
        <p:spPr>
          <a:xfrm>
            <a:off x="419100" y="2212975"/>
            <a:ext cx="5303838" cy="3892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A627A15-4AB2-F230-22C7-0605AFD7DF22}"/>
              </a:ext>
            </a:extLst>
          </p:cNvPr>
          <p:cNvSpPr>
            <a:spLocks noGrp="1"/>
          </p:cNvSpPr>
          <p:nvPr>
            <p:ph type="body" sz="quarter" idx="3"/>
          </p:nvPr>
        </p:nvSpPr>
        <p:spPr>
          <a:xfrm>
            <a:off x="6345936" y="1490472"/>
            <a:ext cx="5321808" cy="642902"/>
          </a:xfrm>
        </p:spPr>
        <p:txBody>
          <a:bodyPr anchor="b">
            <a:normAutofit/>
          </a:bodyPr>
          <a:lstStyle>
            <a:lvl1pPr marL="0" indent="0">
              <a:lnSpc>
                <a:spcPct val="100000"/>
              </a:lnSpc>
              <a:buNone/>
              <a:defRPr sz="22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554404BD-8F2F-278E-C00B-3F1B1DE8CF2C}"/>
              </a:ext>
            </a:extLst>
          </p:cNvPr>
          <p:cNvSpPr>
            <a:spLocks noGrp="1"/>
          </p:cNvSpPr>
          <p:nvPr>
            <p:ph sz="quarter" idx="16"/>
          </p:nvPr>
        </p:nvSpPr>
        <p:spPr>
          <a:xfrm>
            <a:off x="6345238" y="2212975"/>
            <a:ext cx="5321808" cy="3892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6DF15078-AEDD-4B5A-AC6A-C8F87F9646E7}" type="datetime1">
              <a:rPr lang="en-US" smtClean="0"/>
              <a:t>11/14/2025</a:t>
            </a:fld>
            <a:endParaRPr 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11" name="Straight Connector 10">
            <a:extLst>
              <a:ext uri="{FF2B5EF4-FFF2-40B4-BE49-F238E27FC236}">
                <a16:creationId xmlns:a16="http://schemas.microsoft.com/office/drawing/2014/main" id="{A90608C5-C55C-14AC-C8E9-7F0530018CE5}"/>
              </a:ext>
            </a:extLst>
          </p:cNvPr>
          <p:cNvCxnSpPr>
            <a:cxnSpLocks/>
          </p:cNvCxnSpPr>
          <p:nvPr/>
        </p:nvCxnSpPr>
        <p:spPr>
          <a:xfrm>
            <a:off x="530352"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38013132"/>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Only">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3695F-5E74-A380-8592-35FB6FC77542}"/>
              </a:ext>
            </a:extLst>
          </p:cNvPr>
          <p:cNvSpPr>
            <a:spLocks noGrp="1"/>
          </p:cNvSpPr>
          <p:nvPr>
            <p:ph type="title"/>
          </p:nvPr>
        </p:nvSpPr>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09C6149D-58D4-7497-818C-CF30244A29A1}"/>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8E8D2567-C532-BD45-FA85-03DBE3B3C779}"/>
              </a:ext>
            </a:extLst>
          </p:cNvPr>
          <p:cNvSpPr>
            <a:spLocks noGrp="1"/>
          </p:cNvSpPr>
          <p:nvPr>
            <p:ph type="dt" sz="half" idx="10"/>
          </p:nvPr>
        </p:nvSpPr>
        <p:spPr/>
        <p:txBody>
          <a:bodyPr/>
          <a:lstStyle/>
          <a:p>
            <a:fld id="{51B2758D-8EE6-4CC5-A170-BE9501D7BCFF}" type="datetime1">
              <a:rPr lang="en-US" smtClean="0"/>
              <a:t>11/14/2025</a:t>
            </a:fld>
            <a:endParaRPr lang="en-US"/>
          </a:p>
        </p:txBody>
      </p:sp>
      <p:sp>
        <p:nvSpPr>
          <p:cNvPr id="5" name="Slide Number Placeholder 4">
            <a:extLst>
              <a:ext uri="{FF2B5EF4-FFF2-40B4-BE49-F238E27FC236}">
                <a16:creationId xmlns:a16="http://schemas.microsoft.com/office/drawing/2014/main" id="{ABC0E491-56EB-F527-8A63-FBEEE6196FBD}"/>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315494639"/>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Empty">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FE9D82C-4607-0C9D-F241-D35DBEFEF4B1}"/>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B4DCFCC5-7F8E-F549-57BA-7303E9F17466}"/>
              </a:ext>
            </a:extLst>
          </p:cNvPr>
          <p:cNvSpPr>
            <a:spLocks noGrp="1"/>
          </p:cNvSpPr>
          <p:nvPr>
            <p:ph type="dt" sz="half" idx="10"/>
          </p:nvPr>
        </p:nvSpPr>
        <p:spPr/>
        <p:txBody>
          <a:bodyPr/>
          <a:lstStyle/>
          <a:p>
            <a:fld id="{0FCB484E-FEE6-4572-A5E5-40AFA2254CF8}" type="datetime1">
              <a:rPr lang="en-US" smtClean="0"/>
              <a:t>11/14/2025</a:t>
            </a:fld>
            <a:endParaRPr lang="en-US"/>
          </a:p>
        </p:txBody>
      </p:sp>
      <p:sp>
        <p:nvSpPr>
          <p:cNvPr id="5" name="Slide Number Placeholder 4">
            <a:extLst>
              <a:ext uri="{FF2B5EF4-FFF2-40B4-BE49-F238E27FC236}">
                <a16:creationId xmlns:a16="http://schemas.microsoft.com/office/drawing/2014/main" id="{457BEB6A-C028-DA7D-C516-2F1316F031A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776097247"/>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BEA7-A772-B39C-F049-D8BA2D3F4EF5}"/>
              </a:ext>
            </a:extLst>
          </p:cNvPr>
          <p:cNvSpPr>
            <a:spLocks noGrp="1"/>
          </p:cNvSpPr>
          <p:nvPr>
            <p:ph type="title"/>
          </p:nvPr>
        </p:nvSpPr>
        <p:spPr>
          <a:xfrm>
            <a:off x="449836" y="694943"/>
            <a:ext cx="3915473" cy="1325880"/>
          </a:xfrm>
        </p:spPr>
        <p:txBody>
          <a:bodyPr anchor="t"/>
          <a:lstStyle>
            <a:lvl1pPr>
              <a:defRPr sz="32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0D5693C4-36AD-07F9-763E-EE5FC9DFB1AD}"/>
              </a:ext>
            </a:extLst>
          </p:cNvPr>
          <p:cNvSpPr>
            <a:spLocks noGrp="1"/>
          </p:cNvSpPr>
          <p:nvPr>
            <p:ph type="body" sz="half" idx="2"/>
          </p:nvPr>
        </p:nvSpPr>
        <p:spPr>
          <a:xfrm>
            <a:off x="433072" y="2057400"/>
            <a:ext cx="3932237" cy="417690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10FB4614-4148-D757-88D0-D93E5E1EA1A0}"/>
              </a:ext>
            </a:extLst>
          </p:cNvPr>
          <p:cNvSpPr>
            <a:spLocks noGrp="1"/>
          </p:cNvSpPr>
          <p:nvPr>
            <p:ph idx="1"/>
          </p:nvPr>
        </p:nvSpPr>
        <p:spPr>
          <a:xfrm>
            <a:off x="5183188" y="694943"/>
            <a:ext cx="6483096" cy="553936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71AADC46-B01E-DA2E-F24C-C48F5253DD00}"/>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B71A6063-F591-A804-79FE-A80AD399139E}"/>
              </a:ext>
            </a:extLst>
          </p:cNvPr>
          <p:cNvSpPr>
            <a:spLocks noGrp="1"/>
          </p:cNvSpPr>
          <p:nvPr>
            <p:ph type="dt" sz="half" idx="10"/>
          </p:nvPr>
        </p:nvSpPr>
        <p:spPr/>
        <p:txBody>
          <a:bodyPr/>
          <a:lstStyle/>
          <a:p>
            <a:fld id="{A57FC195-9048-4969-9920-6939BE28AE8D}" type="datetime1">
              <a:rPr lang="en-US" smtClean="0"/>
              <a:t>11/14/2025</a:t>
            </a:fld>
            <a:endParaRPr lang="en-US"/>
          </a:p>
        </p:txBody>
      </p:sp>
      <p:sp>
        <p:nvSpPr>
          <p:cNvPr id="7" name="Slide Number Placeholder 6">
            <a:extLst>
              <a:ext uri="{FF2B5EF4-FFF2-40B4-BE49-F238E27FC236}">
                <a16:creationId xmlns:a16="http://schemas.microsoft.com/office/drawing/2014/main" id="{4BEFF439-6DA2-A61B-C94C-BEDC2411D6CC}"/>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1275495294"/>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EFA5E-0A3D-E6AD-3C21-DC40BCDEC609}"/>
              </a:ext>
            </a:extLst>
          </p:cNvPr>
          <p:cNvSpPr>
            <a:spLocks noGrp="1"/>
          </p:cNvSpPr>
          <p:nvPr>
            <p:ph type="title"/>
          </p:nvPr>
        </p:nvSpPr>
        <p:spPr>
          <a:xfrm>
            <a:off x="419101" y="694944"/>
            <a:ext cx="3526816" cy="1711825"/>
          </a:xfrm>
        </p:spPr>
        <p:txBody>
          <a:bodyPr anchor="t"/>
          <a:lstStyle>
            <a:lvl1pPr>
              <a:defRPr sz="32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7CBA8418-7980-9A18-053B-82E4F16EBD61}"/>
              </a:ext>
            </a:extLst>
          </p:cNvPr>
          <p:cNvSpPr>
            <a:spLocks noGrp="1"/>
          </p:cNvSpPr>
          <p:nvPr>
            <p:ph type="body" sz="half" idx="2"/>
          </p:nvPr>
        </p:nvSpPr>
        <p:spPr>
          <a:xfrm>
            <a:off x="425389" y="2508261"/>
            <a:ext cx="3520528" cy="372794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126F9F06-BE63-8EE7-74C5-6D0E3F9B7571}"/>
              </a:ext>
            </a:extLst>
          </p:cNvPr>
          <p:cNvSpPr>
            <a:spLocks noGrp="1"/>
          </p:cNvSpPr>
          <p:nvPr>
            <p:ph type="pic" idx="1" hasCustomPrompt="1"/>
          </p:nvPr>
        </p:nvSpPr>
        <p:spPr>
          <a:xfrm>
            <a:off x="4419600" y="533400"/>
            <a:ext cx="7239000" cy="5791199"/>
          </a:xfrm>
          <a:blipFill>
            <a:blip r:embed="rId2">
              <a:alphaModFix amt="70000"/>
            </a:blip>
            <a:stretch>
              <a:fillRect/>
            </a:stretch>
          </a:blipFill>
          <a:effectLst>
            <a:outerShdw blurRad="203200" dist="12700" dir="7800000" algn="r" rotWithShape="0">
              <a:prstClr val="black">
                <a:alpha val="10000"/>
              </a:prstClr>
            </a:outerShdw>
          </a:effectLst>
        </p:spPr>
        <p:txBody>
          <a:bodyPr vert="horz" lIns="91440" tIns="45720" rIns="91440" bIns="45720" rtlCol="0">
            <a:normAutofit/>
          </a:bodyPr>
          <a:lstStyle>
            <a:lvl1pPr marL="0" indent="0">
              <a:buNone/>
              <a:defRPr lang="en-US"/>
            </a:lvl1pPr>
          </a:lstStyle>
          <a:p>
            <a:pPr lvl="0"/>
            <a:r>
              <a:rPr lang="en-US" dirty="0"/>
              <a:t> </a:t>
            </a:r>
          </a:p>
        </p:txBody>
      </p:sp>
      <p:sp>
        <p:nvSpPr>
          <p:cNvPr id="6" name="Footer Placeholder 5">
            <a:extLst>
              <a:ext uri="{FF2B5EF4-FFF2-40B4-BE49-F238E27FC236}">
                <a16:creationId xmlns:a16="http://schemas.microsoft.com/office/drawing/2014/main" id="{E7F485A3-3BFA-4B57-F6E5-5F41542B7BBD}"/>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600AC9F0-6744-73C8-54FC-5C12BA7BF791}"/>
              </a:ext>
            </a:extLst>
          </p:cNvPr>
          <p:cNvSpPr>
            <a:spLocks noGrp="1"/>
          </p:cNvSpPr>
          <p:nvPr>
            <p:ph type="dt" sz="half" idx="10"/>
          </p:nvPr>
        </p:nvSpPr>
        <p:spPr/>
        <p:txBody>
          <a:bodyPr/>
          <a:lstStyle/>
          <a:p>
            <a:fld id="{8CCE6180-3A1B-4424-AB9F-671C4EBC0A2E}" type="datetime1">
              <a:rPr lang="en-US" smtClean="0"/>
              <a:t>11/14/2025</a:t>
            </a:fld>
            <a:endParaRPr lang="en-US" dirty="0"/>
          </a:p>
        </p:txBody>
      </p:sp>
      <p:sp>
        <p:nvSpPr>
          <p:cNvPr id="7" name="Slide Number Placeholder 6">
            <a:extLst>
              <a:ext uri="{FF2B5EF4-FFF2-40B4-BE49-F238E27FC236}">
                <a16:creationId xmlns:a16="http://schemas.microsoft.com/office/drawing/2014/main" id="{31BAB9F6-C801-466A-4C39-23DCB1CD5489}"/>
              </a:ext>
            </a:extLst>
          </p:cNvPr>
          <p:cNvSpPr>
            <a:spLocks noGrp="1"/>
          </p:cNvSpPr>
          <p:nvPr>
            <p:ph type="sldNum" sz="quarter" idx="12"/>
          </p:nvPr>
        </p:nvSpPr>
        <p:spPr/>
        <p:txBody>
          <a:bodyPr/>
          <a:lstStyle/>
          <a:p>
            <a:fld id="{DD84031F-D6BF-4677-B12E-7D8B88BA70F7}" type="slidenum">
              <a:rPr lang="en-US" smtClean="0"/>
              <a:t>‹#›</a:t>
            </a:fld>
            <a:endParaRPr lang="en-US" dirty="0"/>
          </a:p>
        </p:txBody>
      </p:sp>
      <p:cxnSp>
        <p:nvCxnSpPr>
          <p:cNvPr id="9" name="Straight Connector 8">
            <a:extLst>
              <a:ext uri="{FF2B5EF4-FFF2-40B4-BE49-F238E27FC236}">
                <a16:creationId xmlns:a16="http://schemas.microsoft.com/office/drawing/2014/main" id="{924215D5-0C4C-2E49-3A06-C65652576A64}"/>
              </a:ext>
            </a:extLst>
          </p:cNvPr>
          <p:cNvCxnSpPr>
            <a:cxnSpLocks/>
          </p:cNvCxnSpPr>
          <p:nvPr/>
        </p:nvCxnSpPr>
        <p:spPr>
          <a:xfrm>
            <a:off x="533400" y="533400"/>
            <a:ext cx="35037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90757598"/>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02336" y="541942"/>
            <a:ext cx="11256264" cy="2225185"/>
          </a:xfrm>
        </p:spPr>
        <p:txBody>
          <a:bodyPr anchor="b">
            <a:normAutofit/>
          </a:bodyPr>
          <a:lstStyle>
            <a:lvl1pPr>
              <a:defRPr sz="7200">
                <a:solidFill>
                  <a:schemeClr val="accent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099" y="3423301"/>
            <a:ext cx="11239499" cy="2901298"/>
          </a:xfrm>
        </p:spPr>
        <p:txBody>
          <a:bodyPr vert="horz" lIns="91440" tIns="45720" rIns="91440" bIns="45720" rtlCol="0">
            <a:normAutofit/>
          </a:bodyPr>
          <a:lstStyle>
            <a:lvl1pPr marL="0" indent="0">
              <a:buNone/>
              <a:defRPr lang="en-US" dirty="0"/>
            </a:lvl1pPr>
            <a:lvl2pPr marL="457200" indent="0">
              <a:buNone/>
              <a:defRPr lang="en-US" dirty="0"/>
            </a:lvl2pPr>
            <a:lvl3pPr marL="914400" indent="0">
              <a:buNone/>
              <a:defRPr lang="en-US" dirty="0"/>
            </a:lvl3pPr>
            <a:lvl4pPr marL="1371600" indent="0">
              <a:buNone/>
              <a:defRPr lang="en-US" dirty="0"/>
            </a:lvl4pPr>
            <a:lvl5pPr marL="18288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2C22330-A382-475A-8519-6A39191EC88E}" type="datetime1">
              <a:rPr lang="en-US" smtClean="0"/>
              <a:t>11/14/2025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3" name="Straight Connector 2">
            <a:extLst>
              <a:ext uri="{FF2B5EF4-FFF2-40B4-BE49-F238E27FC236}">
                <a16:creationId xmlns:a16="http://schemas.microsoft.com/office/drawing/2014/main" id="{BFD55B63-1406-DAD2-DBAB-BD87EA2FB540}"/>
              </a:ext>
            </a:extLst>
          </p:cNvPr>
          <p:cNvCxnSpPr>
            <a:cxnSpLocks/>
          </p:cNvCxnSpPr>
          <p:nvPr/>
        </p:nvCxnSpPr>
        <p:spPr>
          <a:xfrm>
            <a:off x="533400" y="2978854"/>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06952233"/>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02336" y="1836238"/>
            <a:ext cx="11256264" cy="2512732"/>
          </a:xfrm>
        </p:spPr>
        <p:txBody>
          <a:bodyPr anchor="b">
            <a:normAutofit/>
          </a:bodyPr>
          <a:lstStyle>
            <a:lvl1pPr>
              <a:defRPr sz="7200">
                <a:solidFill>
                  <a:schemeClr val="accent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099" y="4834052"/>
            <a:ext cx="11239499" cy="1405479"/>
          </a:xfrm>
        </p:spPr>
        <p:txBody>
          <a:bodyPr vert="horz" lIns="91440" tIns="45720" rIns="91440" bIns="45720" rtlCol="0" anchor="t">
            <a:noAutofit/>
          </a:bodyPr>
          <a:lstStyle>
            <a:lvl1pPr marL="0" indent="0">
              <a:buNone/>
              <a:defRPr lang="en-US" sz="2000" dirty="0"/>
            </a:lvl1pPr>
            <a:lvl2pPr marL="457200" indent="0">
              <a:buNone/>
              <a:defRPr lang="en-US" sz="1800" dirty="0"/>
            </a:lvl2pPr>
            <a:lvl3pPr marL="914400" indent="0">
              <a:buNone/>
              <a:defRPr lang="en-US" sz="1600" dirty="0"/>
            </a:lvl3pPr>
            <a:lvl4pPr marL="1371600" indent="0">
              <a:buNone/>
              <a:defRPr lang="en-US" sz="1400" dirty="0"/>
            </a:lvl4pPr>
            <a:lvl5pPr marL="18288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E20DC0D-99C6-4F09-90C7-C0EC6E2F0A06}" type="datetime1">
              <a:rPr lang="en-US" smtClean="0"/>
              <a:t>11/14/2025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9" name="Straight Connector 8">
            <a:extLst>
              <a:ext uri="{FF2B5EF4-FFF2-40B4-BE49-F238E27FC236}">
                <a16:creationId xmlns:a16="http://schemas.microsoft.com/office/drawing/2014/main" id="{05899B98-11E6-7DB0-F79E-50A541026355}"/>
              </a:ext>
            </a:extLst>
          </p:cNvPr>
          <p:cNvCxnSpPr>
            <a:cxnSpLocks/>
          </p:cNvCxnSpPr>
          <p:nvPr/>
        </p:nvCxnSpPr>
        <p:spPr>
          <a:xfrm>
            <a:off x="533400" y="4531625"/>
            <a:ext cx="1112519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72105194"/>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58916C8C-4316-E510-1962-E944B3382B43}"/>
              </a:ext>
            </a:extLst>
          </p:cNvPr>
          <p:cNvCxnSpPr>
            <a:cxnSpLocks/>
          </p:cNvCxnSpPr>
          <p:nvPr/>
        </p:nvCxnSpPr>
        <p:spPr>
          <a:xfrm>
            <a:off x="530352" y="5334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66478947-1D67-18A4-7E48-5B4B2F97FBE9}"/>
              </a:ext>
            </a:extLst>
          </p:cNvPr>
          <p:cNvSpPr>
            <a:spLocks noGrp="1"/>
          </p:cNvSpPr>
          <p:nvPr>
            <p:ph type="title"/>
          </p:nvPr>
        </p:nvSpPr>
        <p:spPr>
          <a:xfrm>
            <a:off x="414983" y="691868"/>
            <a:ext cx="11243617" cy="90113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DFE08CA-9517-ABC1-E915-31EA6D7B73C7}"/>
              </a:ext>
            </a:extLst>
          </p:cNvPr>
          <p:cNvSpPr>
            <a:spLocks noGrp="1"/>
          </p:cNvSpPr>
          <p:nvPr>
            <p:ph type="body" idx="1"/>
          </p:nvPr>
        </p:nvSpPr>
        <p:spPr>
          <a:xfrm>
            <a:off x="417640" y="1754753"/>
            <a:ext cx="11240960" cy="441137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00E3983D-E783-AAEC-26DB-4B3F6511C702}"/>
              </a:ext>
            </a:extLst>
          </p:cNvPr>
          <p:cNvSpPr>
            <a:spLocks noGrp="1"/>
          </p:cNvSpPr>
          <p:nvPr>
            <p:ph type="ftr" sz="quarter" idx="3"/>
          </p:nvPr>
        </p:nvSpPr>
        <p:spPr>
          <a:xfrm>
            <a:off x="434857" y="6426091"/>
            <a:ext cx="4688732" cy="365125"/>
          </a:xfrm>
          <a:prstGeom prst="rect">
            <a:avLst/>
          </a:prstGeom>
        </p:spPr>
        <p:txBody>
          <a:bodyPr vert="horz" lIns="91440" tIns="45720" rIns="91440" bIns="45720" rtlCol="0" anchor="ctr"/>
          <a:lstStyle>
            <a:lvl1pPr algn="l">
              <a:defRPr sz="900">
                <a:solidFill>
                  <a:schemeClr val="tx1">
                    <a:alpha val="60000"/>
                  </a:schemeClr>
                </a:solidFill>
              </a:defRPr>
            </a:lvl1pPr>
          </a:lstStyle>
          <a:p>
            <a:r>
              <a:rPr lang="en-US" dirty="0"/>
              <a:t>Sample Footer Text</a:t>
            </a:r>
          </a:p>
        </p:txBody>
      </p:sp>
      <p:sp>
        <p:nvSpPr>
          <p:cNvPr id="4" name="Date Placeholder 3">
            <a:extLst>
              <a:ext uri="{FF2B5EF4-FFF2-40B4-BE49-F238E27FC236}">
                <a16:creationId xmlns:a16="http://schemas.microsoft.com/office/drawing/2014/main" id="{70454426-0A97-D20B-FD06-9648AED7773C}"/>
              </a:ext>
            </a:extLst>
          </p:cNvPr>
          <p:cNvSpPr>
            <a:spLocks noGrp="1"/>
          </p:cNvSpPr>
          <p:nvPr>
            <p:ph type="dt" sz="half" idx="2"/>
          </p:nvPr>
        </p:nvSpPr>
        <p:spPr>
          <a:xfrm>
            <a:off x="7846205" y="6426091"/>
            <a:ext cx="3327634" cy="365125"/>
          </a:xfrm>
          <a:prstGeom prst="rect">
            <a:avLst/>
          </a:prstGeom>
        </p:spPr>
        <p:txBody>
          <a:bodyPr vert="horz" lIns="91440" tIns="45720" rIns="91440" bIns="45720" rtlCol="0" anchor="ctr"/>
          <a:lstStyle>
            <a:lvl1pPr algn="r">
              <a:defRPr sz="900">
                <a:solidFill>
                  <a:schemeClr val="tx1">
                    <a:alpha val="60000"/>
                  </a:schemeClr>
                </a:solidFill>
              </a:defRPr>
            </a:lvl1pPr>
          </a:lstStyle>
          <a:p>
            <a:fld id="{ECD290D4-E5CF-428F-801F-3741FA4FB792}" type="datetime1">
              <a:rPr lang="en-US" smtClean="0"/>
              <a:t>11/14/2025</a:t>
            </a:fld>
            <a:endParaRPr lang="en-US"/>
          </a:p>
        </p:txBody>
      </p:sp>
      <p:sp>
        <p:nvSpPr>
          <p:cNvPr id="6" name="Slide Number Placeholder 5">
            <a:extLst>
              <a:ext uri="{FF2B5EF4-FFF2-40B4-BE49-F238E27FC236}">
                <a16:creationId xmlns:a16="http://schemas.microsoft.com/office/drawing/2014/main" id="{7DA13386-8E2A-2962-4804-81558038BA54}"/>
              </a:ext>
            </a:extLst>
          </p:cNvPr>
          <p:cNvSpPr>
            <a:spLocks noGrp="1"/>
          </p:cNvSpPr>
          <p:nvPr>
            <p:ph type="sldNum" sz="quarter" idx="4"/>
          </p:nvPr>
        </p:nvSpPr>
        <p:spPr>
          <a:xfrm>
            <a:off x="11166187" y="6426091"/>
            <a:ext cx="603114" cy="365125"/>
          </a:xfrm>
          <a:prstGeom prst="rect">
            <a:avLst/>
          </a:prstGeom>
        </p:spPr>
        <p:txBody>
          <a:bodyPr vert="horz" lIns="91440" tIns="45720" rIns="91440" bIns="45720" rtlCol="0" anchor="ctr"/>
          <a:lstStyle>
            <a:lvl1pPr algn="r">
              <a:defRPr sz="900">
                <a:solidFill>
                  <a:schemeClr val="tx1">
                    <a:alpha val="60000"/>
                  </a:schemeClr>
                </a:solidFill>
              </a:defRPr>
            </a:lvl1pPr>
          </a:lstStyle>
          <a:p>
            <a:fld id="{DD84031F-D6BF-4677-B12E-7D8B88BA70F7}" type="slidenum">
              <a:rPr lang="en-US" smtClean="0"/>
              <a:t>‹#›</a:t>
            </a:fld>
            <a:endParaRPr lang="en-US" dirty="0"/>
          </a:p>
        </p:txBody>
      </p:sp>
    </p:spTree>
    <p:extLst>
      <p:ext uri="{BB962C8B-B14F-4D97-AF65-F5344CB8AC3E}">
        <p14:creationId xmlns:p14="http://schemas.microsoft.com/office/powerpoint/2010/main" val="6577327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Lst>
  <p:hf sldNum="0" hdr="0" ftr="0" dt="0"/>
  <p:txStyles>
    <p:title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84">
          <p15:clr>
            <a:srgbClr val="F26B43"/>
          </p15:clr>
        </p15:guide>
        <p15:guide id="2" pos="4128">
          <p15:clr>
            <a:srgbClr val="F26B43"/>
          </p15:clr>
        </p15:guide>
        <p15:guide id="3" pos="3456">
          <p15:clr>
            <a:srgbClr val="F26B43"/>
          </p15:clr>
        </p15:guide>
        <p15:guide id="4" pos="2784">
          <p15:clr>
            <a:srgbClr val="F26B43"/>
          </p15:clr>
        </p15:guide>
        <p15:guide id="5" pos="336">
          <p15:clr>
            <a:srgbClr val="F26B43"/>
          </p15:clr>
        </p15:guide>
        <p15:guide id="6" pos="7344">
          <p15:clr>
            <a:srgbClr val="F26B43"/>
          </p15:clr>
        </p15:guide>
        <p15:guide id="7" orient="horz" pos="336">
          <p15:clr>
            <a:srgbClr val="F26B43"/>
          </p15:clr>
        </p15:guide>
        <p15:guide id="8" pos="264">
          <p15:clr>
            <a:srgbClr val="F26B43"/>
          </p15:clr>
        </p15:guide>
        <p15:guide id="9" pos="4800">
          <p15:clr>
            <a:srgbClr val="F26B43"/>
          </p15:clr>
        </p15:guide>
        <p15:guide id="10" pos="2112">
          <p15:clr>
            <a:srgbClr val="F26B43"/>
          </p15:clr>
        </p15:guide>
        <p15:guide id="11" pos="547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BE991-E01D-7215-F054-2B453B9244D5}"/>
              </a:ext>
            </a:extLst>
          </p:cNvPr>
          <p:cNvSpPr>
            <a:spLocks noGrp="1"/>
          </p:cNvSpPr>
          <p:nvPr>
            <p:ph type="ctrTitle"/>
          </p:nvPr>
        </p:nvSpPr>
        <p:spPr>
          <a:xfrm>
            <a:off x="402336" y="765750"/>
            <a:ext cx="9635668" cy="3528339"/>
          </a:xfrm>
        </p:spPr>
        <p:txBody>
          <a:bodyPr anchor="t">
            <a:normAutofit/>
          </a:bodyPr>
          <a:lstStyle/>
          <a:p>
            <a:r>
              <a:rPr lang="en-US" sz="8100"/>
              <a:t>Marker Decision Tree for Authentic Effort &amp; AI Use</a:t>
            </a:r>
          </a:p>
        </p:txBody>
      </p:sp>
      <p:sp>
        <p:nvSpPr>
          <p:cNvPr id="3" name="Subtitle 2">
            <a:extLst>
              <a:ext uri="{FF2B5EF4-FFF2-40B4-BE49-F238E27FC236}">
                <a16:creationId xmlns:a16="http://schemas.microsoft.com/office/drawing/2014/main" id="{A00EC231-08AC-F547-1BF6-6BA7309DA3E0}"/>
              </a:ext>
            </a:extLst>
          </p:cNvPr>
          <p:cNvSpPr>
            <a:spLocks noGrp="1"/>
          </p:cNvSpPr>
          <p:nvPr>
            <p:ph type="subTitle" idx="1"/>
          </p:nvPr>
        </p:nvSpPr>
        <p:spPr>
          <a:xfrm>
            <a:off x="434857" y="5184425"/>
            <a:ext cx="10575756" cy="1153220"/>
          </a:xfrm>
        </p:spPr>
        <p:txBody>
          <a:bodyPr anchor="ctr">
            <a:normAutofit/>
          </a:bodyPr>
          <a:lstStyle/>
          <a:p>
            <a:r>
              <a:rPr lang="en-US"/>
              <a:t>A systematic approach to assess originality and AI involvement</a:t>
            </a:r>
          </a:p>
        </p:txBody>
      </p:sp>
    </p:spTree>
    <p:extLst>
      <p:ext uri="{BB962C8B-B14F-4D97-AF65-F5344CB8AC3E}">
        <p14:creationId xmlns:p14="http://schemas.microsoft.com/office/powerpoint/2010/main" val="865812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14B7E-33F2-803D-5ABF-AC056B31AA2E}"/>
              </a:ext>
            </a:extLst>
          </p:cNvPr>
          <p:cNvSpPr>
            <a:spLocks noGrp="1"/>
          </p:cNvSpPr>
          <p:nvPr>
            <p:ph type="title"/>
          </p:nvPr>
        </p:nvSpPr>
        <p:spPr>
          <a:xfrm>
            <a:off x="426997" y="3018408"/>
            <a:ext cx="8961120" cy="3247475"/>
          </a:xfrm>
        </p:spPr>
        <p:txBody>
          <a:bodyPr anchor="b">
            <a:normAutofit/>
          </a:bodyPr>
          <a:lstStyle/>
          <a:p>
            <a:r>
              <a:rPr lang="en-US"/>
              <a:t>Introduction</a:t>
            </a:r>
          </a:p>
        </p:txBody>
      </p:sp>
    </p:spTree>
    <p:extLst>
      <p:ext uri="{BB962C8B-B14F-4D97-AF65-F5344CB8AC3E}">
        <p14:creationId xmlns:p14="http://schemas.microsoft.com/office/powerpoint/2010/main" val="6985014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C6C69-E147-AC28-7B6D-6A55E86B0098}"/>
              </a:ext>
            </a:extLst>
          </p:cNvPr>
          <p:cNvSpPr>
            <a:spLocks noGrp="1"/>
          </p:cNvSpPr>
          <p:nvPr>
            <p:ph type="title"/>
          </p:nvPr>
        </p:nvSpPr>
        <p:spPr>
          <a:xfrm>
            <a:off x="399679" y="332308"/>
            <a:ext cx="11253667" cy="909921"/>
          </a:xfrm>
        </p:spPr>
        <p:txBody>
          <a:bodyPr anchor="b">
            <a:normAutofit/>
          </a:bodyPr>
          <a:lstStyle/>
          <a:p>
            <a:r>
              <a:rPr lang="en-US"/>
              <a:t>Overview and Purpose</a:t>
            </a:r>
          </a:p>
        </p:txBody>
      </p:sp>
      <p:graphicFrame>
        <p:nvGraphicFramePr>
          <p:cNvPr id="4" name="Content Placeholder 3">
            <a:extLst>
              <a:ext uri="{FF2B5EF4-FFF2-40B4-BE49-F238E27FC236}">
                <a16:creationId xmlns:a16="http://schemas.microsoft.com/office/drawing/2014/main" id="{0D08FA08-CF2C-4DD9-89D6-C15EFA521C8E}"/>
              </a:ext>
            </a:extLst>
          </p:cNvPr>
          <p:cNvGraphicFramePr>
            <a:graphicFrameLocks noGrp="1"/>
          </p:cNvGraphicFramePr>
          <p:nvPr>
            <p:ph idx="1"/>
            <p:extLst>
              <p:ext uri="{D42A27DB-BD31-4B8C-83A1-F6EECF244321}">
                <p14:modId xmlns:p14="http://schemas.microsoft.com/office/powerpoint/2010/main" val="2567388808"/>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402336" y="1488931"/>
          <a:ext cx="11253668" cy="47007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288399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E6D2C-4A3A-68B1-E595-200DA2D8D096}"/>
              </a:ext>
            </a:extLst>
          </p:cNvPr>
          <p:cNvSpPr>
            <a:spLocks noGrp="1"/>
          </p:cNvSpPr>
          <p:nvPr>
            <p:ph type="title"/>
          </p:nvPr>
        </p:nvSpPr>
        <p:spPr>
          <a:xfrm>
            <a:off x="426997" y="3018408"/>
            <a:ext cx="8961120" cy="3247475"/>
          </a:xfrm>
        </p:spPr>
        <p:txBody>
          <a:bodyPr anchor="b">
            <a:normAutofit/>
          </a:bodyPr>
          <a:lstStyle/>
          <a:p>
            <a:r>
              <a:rPr lang="en-US"/>
              <a:t>Marker Decision Tree Flowchart</a:t>
            </a:r>
          </a:p>
        </p:txBody>
      </p:sp>
    </p:spTree>
    <p:extLst>
      <p:ext uri="{BB962C8B-B14F-4D97-AF65-F5344CB8AC3E}">
        <p14:creationId xmlns:p14="http://schemas.microsoft.com/office/powerpoint/2010/main" val="20694626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0C1A6-B31F-F5EE-9570-EA581B594F88}"/>
              </a:ext>
            </a:extLst>
          </p:cNvPr>
          <p:cNvSpPr>
            <a:spLocks noGrp="1"/>
          </p:cNvSpPr>
          <p:nvPr>
            <p:ph type="title"/>
          </p:nvPr>
        </p:nvSpPr>
        <p:spPr>
          <a:xfrm>
            <a:off x="419559" y="691867"/>
            <a:ext cx="6664559" cy="1217340"/>
          </a:xfrm>
        </p:spPr>
        <p:txBody>
          <a:bodyPr anchor="t">
            <a:normAutofit/>
          </a:bodyPr>
          <a:lstStyle/>
          <a:p>
            <a:r>
              <a:rPr lang="en-US"/>
              <a:t>Visual Representation of Decision Steps</a:t>
            </a:r>
          </a:p>
        </p:txBody>
      </p:sp>
      <p:sp>
        <p:nvSpPr>
          <p:cNvPr id="4" name="Content Placeholder 3">
            <a:extLst>
              <a:ext uri="{FF2B5EF4-FFF2-40B4-BE49-F238E27FC236}">
                <a16:creationId xmlns:a16="http://schemas.microsoft.com/office/drawing/2014/main" id="{1F7AE04C-9C84-C2B1-0C4C-CD2404321472}"/>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22217" y="2010699"/>
            <a:ext cx="6661902" cy="4330851"/>
          </a:xfrm>
        </p:spPr>
        <p:txBody>
          <a:bodyPr>
            <a:normAutofit/>
          </a:bodyPr>
          <a:lstStyle/>
          <a:p>
            <a:pPr marL="0" indent="0">
              <a:lnSpc>
                <a:spcPct val="110000"/>
              </a:lnSpc>
              <a:spcBef>
                <a:spcPts val="2500"/>
              </a:spcBef>
              <a:buFont typeface="Arial" panose="020B0604020202020204" pitchFamily="34" charset="0"/>
              <a:buNone/>
            </a:pPr>
            <a:r>
              <a:rPr lang="en-US" b="1"/>
              <a:t>Initial AI Disclosure Check</a:t>
            </a:r>
          </a:p>
          <a:p>
            <a:pPr marL="0" lvl="1" indent="0">
              <a:lnSpc>
                <a:spcPct val="110000"/>
              </a:lnSpc>
              <a:buFont typeface="Arial" panose="020B0604020202020204" pitchFamily="34" charset="0"/>
              <a:buNone/>
            </a:pPr>
            <a:r>
              <a:t>Begin with verifying if the student has disclosed AI use through a formal disclosure form.</a:t>
            </a:r>
            <a:endParaRPr lang="en-US"/>
          </a:p>
          <a:p>
            <a:pPr marL="0" indent="0">
              <a:lnSpc>
                <a:spcPct val="110000"/>
              </a:lnSpc>
              <a:spcBef>
                <a:spcPts val="2500"/>
              </a:spcBef>
              <a:buFont typeface="Arial" panose="020B0604020202020204" pitchFamily="34" charset="0"/>
              <a:buNone/>
            </a:pPr>
            <a:r>
              <a:rPr lang="en-US" b="1"/>
              <a:t>Evaluation of Submission</a:t>
            </a:r>
          </a:p>
          <a:p>
            <a:pPr marL="0" lvl="1" indent="0">
              <a:lnSpc>
                <a:spcPct val="110000"/>
              </a:lnSpc>
              <a:buFont typeface="Arial" panose="020B0604020202020204" pitchFamily="34" charset="0"/>
              <a:buNone/>
            </a:pPr>
            <a:r>
              <a:t>Assess submissions for suspicious features like writing style changes or generic content when no disclosure is present.</a:t>
            </a:r>
            <a:endParaRPr lang="en-US"/>
          </a:p>
          <a:p>
            <a:pPr marL="0" indent="0">
              <a:lnSpc>
                <a:spcPct val="110000"/>
              </a:lnSpc>
              <a:spcBef>
                <a:spcPts val="2500"/>
              </a:spcBef>
              <a:buFont typeface="Arial" panose="020B0604020202020204" pitchFamily="34" charset="0"/>
              <a:buNone/>
            </a:pPr>
            <a:r>
              <a:rPr lang="en-US" b="1"/>
              <a:t>Evidence Review and Oral Check</a:t>
            </a:r>
          </a:p>
          <a:p>
            <a:pPr marL="0" lvl="1" indent="0">
              <a:lnSpc>
                <a:spcPct val="110000"/>
              </a:lnSpc>
              <a:buFont typeface="Arial" panose="020B0604020202020204" pitchFamily="34" charset="0"/>
              <a:buNone/>
            </a:pPr>
            <a:r>
              <a:t>Request additional evidence or conduct brief oral checks if concerns arise about submission authenticity.</a:t>
            </a:r>
            <a:endParaRPr lang="en-US"/>
          </a:p>
          <a:p>
            <a:pPr marL="0" indent="0">
              <a:lnSpc>
                <a:spcPct val="110000"/>
              </a:lnSpc>
              <a:spcBef>
                <a:spcPts val="2500"/>
              </a:spcBef>
              <a:buFont typeface="Arial" panose="020B0604020202020204" pitchFamily="34" charset="0"/>
              <a:buNone/>
            </a:pPr>
            <a:r>
              <a:rPr lang="en-US" b="1"/>
              <a:t>Final Outcome Decisions</a:t>
            </a:r>
          </a:p>
          <a:p>
            <a:pPr marL="0" lvl="1" indent="0">
              <a:lnSpc>
                <a:spcPct val="110000"/>
              </a:lnSpc>
              <a:buFont typeface="Arial" panose="020B0604020202020204" pitchFamily="34" charset="0"/>
              <a:buNone/>
            </a:pPr>
            <a:r>
              <a:t>Decide to confirm authentic effort, accept disclosed AI use, or escalate for academic review based on findings.</a:t>
            </a:r>
            <a:endParaRPr lang="en-US"/>
          </a:p>
        </p:txBody>
      </p:sp>
      <p:pic>
        <p:nvPicPr>
          <p:cNvPr id="5" name="Content Placeholder 4" descr="Question gears">
            <a:extLst>
              <a:ext uri="{FF2B5EF4-FFF2-40B4-BE49-F238E27FC236}">
                <a16:creationId xmlns:a16="http://schemas.microsoft.com/office/drawing/2014/main" id="{8146994C-E86D-40ED-B227-739C466D43E4}"/>
              </a:ext>
            </a:extLst>
          </p:cNvPr>
          <p:cNvPicPr>
            <a:picLocks noGrp="1" noChangeAspect="1"/>
          </p:cNvPicPr>
          <p:nvPr>
            <p:ph type="pic" sz="quarter" idx="13"/>
          </p:nvPr>
        </p:nvPicPr>
        <p:blipFill>
          <a:blip r:embed="rId3"/>
          <a:srcRect l="21346" r="32105" b="1"/>
          <a:stretch>
            <a:fillRect/>
          </a:stretch>
        </p:blipFill>
        <p:spPr>
          <a:xfrm>
            <a:off x="7620000" y="533400"/>
            <a:ext cx="4038600" cy="5791200"/>
          </a:xfrm>
          <a:prstGeom prst="rect">
            <a:avLst/>
          </a:prstGeom>
          <a:noFill/>
        </p:spPr>
      </p:pic>
    </p:spTree>
    <p:extLst>
      <p:ext uri="{BB962C8B-B14F-4D97-AF65-F5344CB8AC3E}">
        <p14:creationId xmlns:p14="http://schemas.microsoft.com/office/powerpoint/2010/main" val="10784748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3FD3A-24D0-2A94-312B-37E5378796B6}"/>
              </a:ext>
            </a:extLst>
          </p:cNvPr>
          <p:cNvSpPr>
            <a:spLocks noGrp="1"/>
          </p:cNvSpPr>
          <p:nvPr>
            <p:ph type="title"/>
          </p:nvPr>
        </p:nvSpPr>
        <p:spPr>
          <a:xfrm>
            <a:off x="426997" y="3018408"/>
            <a:ext cx="8961120" cy="3247475"/>
          </a:xfrm>
        </p:spPr>
        <p:txBody>
          <a:bodyPr anchor="b">
            <a:normAutofit/>
          </a:bodyPr>
          <a:lstStyle/>
          <a:p>
            <a:r>
              <a:rPr lang="en-US"/>
              <a:t>Checklist for Authentic Effort</a:t>
            </a:r>
          </a:p>
        </p:txBody>
      </p:sp>
    </p:spTree>
    <p:extLst>
      <p:ext uri="{BB962C8B-B14F-4D97-AF65-F5344CB8AC3E}">
        <p14:creationId xmlns:p14="http://schemas.microsoft.com/office/powerpoint/2010/main" val="18976989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C17D0-F220-233C-6174-703371ED4749}"/>
              </a:ext>
            </a:extLst>
          </p:cNvPr>
          <p:cNvSpPr>
            <a:spLocks noGrp="1"/>
          </p:cNvSpPr>
          <p:nvPr>
            <p:ph type="title"/>
          </p:nvPr>
        </p:nvSpPr>
        <p:spPr>
          <a:xfrm>
            <a:off x="4848555" y="512011"/>
            <a:ext cx="6792069" cy="1259920"/>
          </a:xfrm>
        </p:spPr>
        <p:txBody>
          <a:bodyPr anchor="b">
            <a:normAutofit/>
          </a:bodyPr>
          <a:lstStyle/>
          <a:p>
            <a:r>
              <a:rPr lang="en-US"/>
              <a:t>Key Indicators of Student Engagement</a:t>
            </a:r>
          </a:p>
        </p:txBody>
      </p:sp>
      <p:pic>
        <p:nvPicPr>
          <p:cNvPr id="5" name="Content Placeholder 4" descr="Red pencil marking a check list.">
            <a:extLst>
              <a:ext uri="{FF2B5EF4-FFF2-40B4-BE49-F238E27FC236}">
                <a16:creationId xmlns:a16="http://schemas.microsoft.com/office/drawing/2014/main" id="{CF98DBD0-3CA6-4559-8C54-3BB9F419AB46}"/>
              </a:ext>
            </a:extLst>
          </p:cNvPr>
          <p:cNvPicPr>
            <a:picLocks noGrp="1" noChangeAspect="1"/>
          </p:cNvPicPr>
          <p:nvPr>
            <p:ph type="pic" sz="quarter" idx="13"/>
          </p:nvPr>
        </p:nvPicPr>
        <p:blipFill>
          <a:blip r:embed="rId3"/>
          <a:srcRect l="12281"/>
          <a:stretch>
            <a:fillRect/>
          </a:stretch>
        </p:blipFill>
        <p:spPr>
          <a:xfrm>
            <a:off x="533400" y="533399"/>
            <a:ext cx="3886200" cy="5791201"/>
          </a:xfrm>
          <a:prstGeom prst="rect">
            <a:avLst/>
          </a:prstGeom>
          <a:noFill/>
        </p:spPr>
      </p:pic>
      <p:sp>
        <p:nvSpPr>
          <p:cNvPr id="4" name="Content Placeholder 3">
            <a:extLst>
              <a:ext uri="{FF2B5EF4-FFF2-40B4-BE49-F238E27FC236}">
                <a16:creationId xmlns:a16="http://schemas.microsoft.com/office/drawing/2014/main" id="{5657CFFD-EF7B-1145-3B99-C473BAC800AB}"/>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48555" y="2148840"/>
            <a:ext cx="6792069" cy="4162372"/>
          </a:xfrm>
        </p:spPr>
        <p:txBody>
          <a:bodyPr>
            <a:normAutofit/>
          </a:bodyPr>
          <a:lstStyle/>
          <a:p>
            <a:pPr marL="0" indent="0">
              <a:lnSpc>
                <a:spcPct val="110000"/>
              </a:lnSpc>
              <a:spcBef>
                <a:spcPts val="2500"/>
              </a:spcBef>
              <a:buFont typeface="Arial" panose="020B0604020202020204" pitchFamily="34" charset="0"/>
              <a:buNone/>
            </a:pPr>
            <a:r>
              <a:rPr lang="en-US" b="1"/>
              <a:t>Evidence of Drafts and Iteration</a:t>
            </a:r>
          </a:p>
          <a:p>
            <a:pPr marL="0" lvl="1" indent="0">
              <a:lnSpc>
                <a:spcPct val="110000"/>
              </a:lnSpc>
              <a:buFont typeface="Arial" panose="020B0604020202020204" pitchFamily="34" charset="0"/>
              <a:buNone/>
            </a:pPr>
            <a:r>
              <a:t>Presence of drafts and version history demonstrates planning and continuous improvement in student work.</a:t>
            </a:r>
            <a:endParaRPr lang="en-US"/>
          </a:p>
          <a:p>
            <a:pPr marL="0" indent="0">
              <a:lnSpc>
                <a:spcPct val="110000"/>
              </a:lnSpc>
              <a:spcBef>
                <a:spcPts val="2500"/>
              </a:spcBef>
              <a:buFont typeface="Arial" panose="020B0604020202020204" pitchFamily="34" charset="0"/>
              <a:buNone/>
            </a:pPr>
            <a:r>
              <a:rPr lang="en-US" b="1"/>
              <a:t>Reflection and Disclosure</a:t>
            </a:r>
          </a:p>
          <a:p>
            <a:pPr marL="0" lvl="1" indent="0">
              <a:lnSpc>
                <a:spcPct val="110000"/>
              </a:lnSpc>
              <a:buFont typeface="Arial" panose="020B0604020202020204" pitchFamily="34" charset="0"/>
              <a:buNone/>
            </a:pPr>
            <a:r>
              <a:t>Submission of AI disclosure forms and reflective explanations highlights transparency and thoughtful decision-making.</a:t>
            </a:r>
            <a:endParaRPr lang="en-US"/>
          </a:p>
          <a:p>
            <a:pPr marL="0" indent="0">
              <a:lnSpc>
                <a:spcPct val="110000"/>
              </a:lnSpc>
              <a:spcBef>
                <a:spcPts val="2500"/>
              </a:spcBef>
              <a:buFont typeface="Arial" panose="020B0604020202020204" pitchFamily="34" charset="0"/>
              <a:buNone/>
            </a:pPr>
            <a:r>
              <a:rPr lang="en-US" b="1"/>
              <a:t>Citations and Academic Integrity</a:t>
            </a:r>
          </a:p>
          <a:p>
            <a:pPr marL="0" lvl="1" indent="0">
              <a:lnSpc>
                <a:spcPct val="110000"/>
              </a:lnSpc>
              <a:buFont typeface="Arial" panose="020B0604020202020204" pitchFamily="34" charset="0"/>
              <a:buNone/>
            </a:pPr>
            <a:r>
              <a:t>Accurate citations and plagiarism checks ensure credibility and uphold academic honesty in submissions.</a:t>
            </a:r>
            <a:endParaRPr lang="en-US"/>
          </a:p>
          <a:p>
            <a:pPr marL="0" indent="0">
              <a:lnSpc>
                <a:spcPct val="110000"/>
              </a:lnSpc>
              <a:spcBef>
                <a:spcPts val="2500"/>
              </a:spcBef>
              <a:buFont typeface="Arial" panose="020B0604020202020204" pitchFamily="34" charset="0"/>
              <a:buNone/>
            </a:pPr>
            <a:r>
              <a:rPr lang="en-US" b="1"/>
              <a:t>Consistent Writing Style</a:t>
            </a:r>
          </a:p>
          <a:p>
            <a:pPr marL="0" lvl="1" indent="0">
              <a:lnSpc>
                <a:spcPct val="110000"/>
              </a:lnSpc>
              <a:buFont typeface="Arial" panose="020B0604020202020204" pitchFamily="34" charset="0"/>
              <a:buNone/>
            </a:pPr>
            <a:r>
              <a:t>A logical flow and consistent style throughout the work indicate genuine engagement and careful writing.</a:t>
            </a:r>
            <a:endParaRPr lang="en-US"/>
          </a:p>
        </p:txBody>
      </p:sp>
    </p:spTree>
    <p:extLst>
      <p:ext uri="{BB962C8B-B14F-4D97-AF65-F5344CB8AC3E}">
        <p14:creationId xmlns:p14="http://schemas.microsoft.com/office/powerpoint/2010/main" val="30194741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CBF55-025C-D8C3-78D9-E5843E4BF762}"/>
              </a:ext>
            </a:extLst>
          </p:cNvPr>
          <p:cNvSpPr>
            <a:spLocks noGrp="1"/>
          </p:cNvSpPr>
          <p:nvPr>
            <p:ph type="title"/>
          </p:nvPr>
        </p:nvSpPr>
        <p:spPr>
          <a:xfrm>
            <a:off x="426997" y="3018408"/>
            <a:ext cx="8961120" cy="3247475"/>
          </a:xfrm>
        </p:spPr>
        <p:txBody>
          <a:bodyPr anchor="b">
            <a:normAutofit/>
          </a:bodyPr>
          <a:lstStyle/>
          <a:p>
            <a:r>
              <a:rPr lang="en-US"/>
              <a:t>Rubric for Authentic Effort</a:t>
            </a:r>
          </a:p>
        </p:txBody>
      </p:sp>
    </p:spTree>
    <p:extLst>
      <p:ext uri="{BB962C8B-B14F-4D97-AF65-F5344CB8AC3E}">
        <p14:creationId xmlns:p14="http://schemas.microsoft.com/office/powerpoint/2010/main" val="11546662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96F9C-AB83-16CE-5798-47A6BC41CB66}"/>
              </a:ext>
            </a:extLst>
          </p:cNvPr>
          <p:cNvSpPr>
            <a:spLocks noGrp="1"/>
          </p:cNvSpPr>
          <p:nvPr>
            <p:ph type="title"/>
          </p:nvPr>
        </p:nvSpPr>
        <p:spPr>
          <a:xfrm>
            <a:off x="4977971" y="691866"/>
            <a:ext cx="6680630" cy="1217337"/>
          </a:xfrm>
        </p:spPr>
        <p:txBody>
          <a:bodyPr anchor="t">
            <a:normAutofit/>
          </a:bodyPr>
          <a:lstStyle/>
          <a:p>
            <a:r>
              <a:rPr lang="en-US"/>
              <a:t>Evaluation Criteria and Performance Levels</a:t>
            </a:r>
          </a:p>
        </p:txBody>
      </p:sp>
      <p:pic>
        <p:nvPicPr>
          <p:cNvPr id="5" name="Content Placeholder 4" descr="Customer satisfaction survey feedback">
            <a:extLst>
              <a:ext uri="{FF2B5EF4-FFF2-40B4-BE49-F238E27FC236}">
                <a16:creationId xmlns:a16="http://schemas.microsoft.com/office/drawing/2014/main" id="{A5EE31C2-4D7B-4264-8909-397A7A968F9E}"/>
              </a:ext>
            </a:extLst>
          </p:cNvPr>
          <p:cNvPicPr>
            <a:picLocks noGrp="1" noChangeAspect="1"/>
          </p:cNvPicPr>
          <p:nvPr>
            <p:ph type="pic" sz="quarter" idx="13"/>
          </p:nvPr>
        </p:nvPicPr>
        <p:blipFill>
          <a:blip r:embed="rId3"/>
          <a:srcRect l="16933" r="38435" b="2"/>
          <a:stretch>
            <a:fillRect/>
          </a:stretch>
        </p:blipFill>
        <p:spPr>
          <a:xfrm>
            <a:off x="533400" y="533400"/>
            <a:ext cx="3886200" cy="5811924"/>
          </a:xfrm>
          <a:prstGeom prst="rect">
            <a:avLst/>
          </a:prstGeom>
          <a:noFill/>
        </p:spPr>
      </p:pic>
      <p:sp>
        <p:nvSpPr>
          <p:cNvPr id="4" name="Content Placeholder 3">
            <a:extLst>
              <a:ext uri="{FF2B5EF4-FFF2-40B4-BE49-F238E27FC236}">
                <a16:creationId xmlns:a16="http://schemas.microsoft.com/office/drawing/2014/main" id="{E1197055-D896-9993-B93D-232E14F09846}"/>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977971" y="2010699"/>
            <a:ext cx="6680630" cy="4313902"/>
          </a:xfrm>
        </p:spPr>
        <p:txBody>
          <a:bodyPr>
            <a:normAutofit/>
          </a:bodyPr>
          <a:lstStyle/>
          <a:p>
            <a:pPr marL="0" indent="0">
              <a:lnSpc>
                <a:spcPct val="110000"/>
              </a:lnSpc>
              <a:spcBef>
                <a:spcPts val="2500"/>
              </a:spcBef>
              <a:buFont typeface="Arial" panose="020B0604020202020204" pitchFamily="34" charset="0"/>
              <a:buNone/>
            </a:pPr>
            <a:r>
              <a:rPr lang="en-US" b="1"/>
              <a:t>Structured Assessment Framework</a:t>
            </a:r>
          </a:p>
          <a:p>
            <a:pPr marL="0" lvl="1" indent="0">
              <a:lnSpc>
                <a:spcPct val="110000"/>
              </a:lnSpc>
              <a:buFont typeface="Arial" panose="020B0604020202020204" pitchFamily="34" charset="0"/>
              <a:buNone/>
            </a:pPr>
            <a:r>
              <a:t>The rubric defines five key criteria to evaluate authentic effort in student work systematically.</a:t>
            </a:r>
            <a:endParaRPr lang="en-US"/>
          </a:p>
          <a:p>
            <a:pPr marL="0" indent="0">
              <a:lnSpc>
                <a:spcPct val="110000"/>
              </a:lnSpc>
              <a:spcBef>
                <a:spcPts val="2500"/>
              </a:spcBef>
              <a:buFont typeface="Arial" panose="020B0604020202020204" pitchFamily="34" charset="0"/>
              <a:buNone/>
            </a:pPr>
            <a:r>
              <a:rPr lang="en-US" b="1"/>
              <a:t>Performance Levels</a:t>
            </a:r>
          </a:p>
          <a:p>
            <a:pPr marL="0" lvl="1" indent="0">
              <a:lnSpc>
                <a:spcPct val="110000"/>
              </a:lnSpc>
              <a:buFont typeface="Arial" panose="020B0604020202020204" pitchFamily="34" charset="0"/>
              <a:buNone/>
            </a:pPr>
            <a:r>
              <a:t>Each criterion is assessed at Basic, Adequate, and Strong levels to differentiate student performance effectively.</a:t>
            </a:r>
            <a:endParaRPr lang="en-US"/>
          </a:p>
          <a:p>
            <a:pPr marL="0" indent="0">
              <a:lnSpc>
                <a:spcPct val="110000"/>
              </a:lnSpc>
              <a:spcBef>
                <a:spcPts val="2500"/>
              </a:spcBef>
              <a:buFont typeface="Arial" panose="020B0604020202020204" pitchFamily="34" charset="0"/>
              <a:buNone/>
            </a:pPr>
            <a:r>
              <a:rPr lang="en-US" b="1"/>
              <a:t>Examples of Criteria Application</a:t>
            </a:r>
          </a:p>
          <a:p>
            <a:pPr marL="0" lvl="1" indent="0">
              <a:lnSpc>
                <a:spcPct val="110000"/>
              </a:lnSpc>
              <a:buFont typeface="Arial" panose="020B0604020202020204" pitchFamily="34" charset="0"/>
              <a:buNone/>
            </a:pPr>
            <a:r>
              <a:t>Strong Process Transparency features clear iteration and multiple drafts, while Basic shows minimal evidence.</a:t>
            </a:r>
            <a:endParaRPr lang="en-US"/>
          </a:p>
          <a:p>
            <a:pPr marL="0" indent="0">
              <a:lnSpc>
                <a:spcPct val="110000"/>
              </a:lnSpc>
              <a:spcBef>
                <a:spcPts val="2500"/>
              </a:spcBef>
              <a:buFont typeface="Arial" panose="020B0604020202020204" pitchFamily="34" charset="0"/>
              <a:buNone/>
            </a:pPr>
            <a:r>
              <a:rPr lang="en-US" b="1"/>
              <a:t>Consistent Feedback Tool</a:t>
            </a:r>
          </a:p>
          <a:p>
            <a:pPr marL="0" lvl="1" indent="0">
              <a:lnSpc>
                <a:spcPct val="110000"/>
              </a:lnSpc>
              <a:buFont typeface="Arial" panose="020B0604020202020204" pitchFamily="34" charset="0"/>
              <a:buNone/>
            </a:pPr>
            <a:r>
              <a:t>The rubric supports consistent grading and provides meaningful feedback to enhance student learning.</a:t>
            </a:r>
            <a:endParaRPr lang="en-US"/>
          </a:p>
        </p:txBody>
      </p:sp>
    </p:spTree>
    <p:extLst>
      <p:ext uri="{BB962C8B-B14F-4D97-AF65-F5344CB8AC3E}">
        <p14:creationId xmlns:p14="http://schemas.microsoft.com/office/powerpoint/2010/main" val="7590885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65367-4CA7-AA43-2669-46EAABB56A29}"/>
              </a:ext>
            </a:extLst>
          </p:cNvPr>
          <p:cNvSpPr>
            <a:spLocks noGrp="1"/>
          </p:cNvSpPr>
          <p:nvPr>
            <p:ph type="title"/>
          </p:nvPr>
        </p:nvSpPr>
        <p:spPr>
          <a:xfrm>
            <a:off x="426997" y="3018408"/>
            <a:ext cx="8961120" cy="3247475"/>
          </a:xfrm>
        </p:spPr>
        <p:txBody>
          <a:bodyPr anchor="b">
            <a:normAutofit/>
          </a:bodyPr>
          <a:lstStyle/>
          <a:p>
            <a:r>
              <a:rPr lang="en-US"/>
              <a:t>Sample Reflection Paragraph</a:t>
            </a:r>
          </a:p>
        </p:txBody>
      </p:sp>
    </p:spTree>
    <p:extLst>
      <p:ext uri="{BB962C8B-B14F-4D97-AF65-F5344CB8AC3E}">
        <p14:creationId xmlns:p14="http://schemas.microsoft.com/office/powerpoint/2010/main" val="13385887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25E39-334D-B66F-ED9C-1DB26553AB0D}"/>
              </a:ext>
            </a:extLst>
          </p:cNvPr>
          <p:cNvSpPr>
            <a:spLocks noGrp="1"/>
          </p:cNvSpPr>
          <p:nvPr>
            <p:ph type="title"/>
          </p:nvPr>
        </p:nvSpPr>
        <p:spPr>
          <a:xfrm>
            <a:off x="4848555" y="512011"/>
            <a:ext cx="6792069" cy="1259920"/>
          </a:xfrm>
        </p:spPr>
        <p:txBody>
          <a:bodyPr anchor="b">
            <a:normAutofit/>
          </a:bodyPr>
          <a:lstStyle/>
          <a:p>
            <a:r>
              <a:rPr lang="en-US"/>
              <a:t>Model Example of Student Reflection</a:t>
            </a:r>
          </a:p>
        </p:txBody>
      </p:sp>
      <p:pic>
        <p:nvPicPr>
          <p:cNvPr id="5" name="Content Placeholder 4" descr="Sometimes high pressure job make us exhausted and frustrated">
            <a:extLst>
              <a:ext uri="{FF2B5EF4-FFF2-40B4-BE49-F238E27FC236}">
                <a16:creationId xmlns:a16="http://schemas.microsoft.com/office/drawing/2014/main" id="{4B671B29-FD82-4F88-B64F-701553C28233}"/>
              </a:ext>
            </a:extLst>
          </p:cNvPr>
          <p:cNvPicPr>
            <a:picLocks noGrp="1" noChangeAspect="1"/>
          </p:cNvPicPr>
          <p:nvPr>
            <p:ph type="pic" sz="quarter" idx="13"/>
          </p:nvPr>
        </p:nvPicPr>
        <p:blipFill>
          <a:blip r:embed="rId3"/>
          <a:srcRect l="27389" r="27818" b="1"/>
          <a:stretch>
            <a:fillRect/>
          </a:stretch>
        </p:blipFill>
        <p:spPr>
          <a:xfrm>
            <a:off x="533400" y="533399"/>
            <a:ext cx="3886200" cy="5791201"/>
          </a:xfrm>
          <a:prstGeom prst="rect">
            <a:avLst/>
          </a:prstGeom>
          <a:noFill/>
        </p:spPr>
      </p:pic>
      <p:sp>
        <p:nvSpPr>
          <p:cNvPr id="4" name="Content Placeholder 3">
            <a:extLst>
              <a:ext uri="{FF2B5EF4-FFF2-40B4-BE49-F238E27FC236}">
                <a16:creationId xmlns:a16="http://schemas.microsoft.com/office/drawing/2014/main" id="{E79F007E-999A-149D-2159-6C10AF8DE565}"/>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48555" y="2148840"/>
            <a:ext cx="6792069" cy="4162372"/>
          </a:xfrm>
        </p:spPr>
        <p:txBody>
          <a:bodyPr>
            <a:normAutofit/>
          </a:bodyPr>
          <a:lstStyle/>
          <a:p>
            <a:pPr marL="0" indent="0">
              <a:lnSpc>
                <a:spcPct val="110000"/>
              </a:lnSpc>
              <a:spcBef>
                <a:spcPts val="2500"/>
              </a:spcBef>
              <a:buFont typeface="Arial" panose="020B0604020202020204" pitchFamily="34" charset="0"/>
              <a:buNone/>
            </a:pPr>
            <a:r>
              <a:rPr lang="en-US" b="1"/>
              <a:t>Articulation of Thought Process</a:t>
            </a:r>
          </a:p>
          <a:p>
            <a:pPr marL="0" lvl="1" indent="0">
              <a:lnSpc>
                <a:spcPct val="110000"/>
              </a:lnSpc>
              <a:buFont typeface="Arial" panose="020B0604020202020204" pitchFamily="34" charset="0"/>
              <a:buNone/>
            </a:pPr>
            <a:r>
              <a:t>Students explain their reasoning, challenges, and decision-making during the project to show transparency.</a:t>
            </a:r>
            <a:endParaRPr lang="en-US"/>
          </a:p>
          <a:p>
            <a:pPr marL="0" indent="0">
              <a:lnSpc>
                <a:spcPct val="110000"/>
              </a:lnSpc>
              <a:spcBef>
                <a:spcPts val="2500"/>
              </a:spcBef>
              <a:buFont typeface="Arial" panose="020B0604020202020204" pitchFamily="34" charset="0"/>
              <a:buNone/>
            </a:pPr>
            <a:r>
              <a:rPr lang="en-US" b="1"/>
              <a:t>Planning and Iteration</a:t>
            </a:r>
          </a:p>
          <a:p>
            <a:pPr marL="0" lvl="1" indent="0">
              <a:lnSpc>
                <a:spcPct val="110000"/>
              </a:lnSpc>
              <a:buFont typeface="Arial" panose="020B0604020202020204" pitchFamily="34" charset="0"/>
              <a:buNone/>
            </a:pPr>
            <a:r>
              <a:t>Reflection includes details about planning stages and iterative improvements made throughout the project.</a:t>
            </a:r>
            <a:endParaRPr lang="en-US"/>
          </a:p>
          <a:p>
            <a:pPr marL="0" indent="0">
              <a:lnSpc>
                <a:spcPct val="110000"/>
              </a:lnSpc>
              <a:spcBef>
                <a:spcPts val="2500"/>
              </a:spcBef>
              <a:buFont typeface="Arial" panose="020B0604020202020204" pitchFamily="34" charset="0"/>
              <a:buNone/>
            </a:pPr>
            <a:r>
              <a:rPr lang="en-US" b="1"/>
              <a:t>Source Evaluation and Methodology</a:t>
            </a:r>
          </a:p>
          <a:p>
            <a:pPr marL="0" lvl="1" indent="0">
              <a:lnSpc>
                <a:spcPct val="110000"/>
              </a:lnSpc>
              <a:buFont typeface="Arial" panose="020B0604020202020204" pitchFamily="34" charset="0"/>
              <a:buNone/>
            </a:pPr>
            <a:r>
              <a:t>Students discuss their evaluation of sources and choices of methods used in their work for critical thinking.</a:t>
            </a:r>
            <a:endParaRPr lang="en-US"/>
          </a:p>
          <a:p>
            <a:pPr marL="0" indent="0">
              <a:lnSpc>
                <a:spcPct val="110000"/>
              </a:lnSpc>
              <a:spcBef>
                <a:spcPts val="2500"/>
              </a:spcBef>
              <a:buFont typeface="Arial" panose="020B0604020202020204" pitchFamily="34" charset="0"/>
              <a:buNone/>
            </a:pPr>
            <a:r>
              <a:rPr lang="en-US" b="1"/>
              <a:t>Learning Journey Insights</a:t>
            </a:r>
          </a:p>
          <a:p>
            <a:pPr marL="0" lvl="1" indent="0">
              <a:lnSpc>
                <a:spcPct val="110000"/>
              </a:lnSpc>
              <a:buFont typeface="Arial" panose="020B0604020202020204" pitchFamily="34" charset="0"/>
              <a:buNone/>
            </a:pPr>
            <a:r>
              <a:t>Reflections provide markers with insights into students' learning progress and reinforce work authenticity.</a:t>
            </a:r>
            <a:endParaRPr lang="en-US"/>
          </a:p>
        </p:txBody>
      </p:sp>
    </p:spTree>
    <p:extLst>
      <p:ext uri="{BB962C8B-B14F-4D97-AF65-F5344CB8AC3E}">
        <p14:creationId xmlns:p14="http://schemas.microsoft.com/office/powerpoint/2010/main" val="36346095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D470C-87D5-23B8-D01C-74C1DAB88246}"/>
              </a:ext>
            </a:extLst>
          </p:cNvPr>
          <p:cNvSpPr>
            <a:spLocks noGrp="1"/>
          </p:cNvSpPr>
          <p:nvPr>
            <p:ph type="title"/>
          </p:nvPr>
        </p:nvSpPr>
        <p:spPr>
          <a:xfrm>
            <a:off x="426997" y="3018408"/>
            <a:ext cx="8961120" cy="3247475"/>
          </a:xfrm>
        </p:spPr>
        <p:txBody>
          <a:bodyPr anchor="b">
            <a:normAutofit/>
          </a:bodyPr>
          <a:lstStyle/>
          <a:p>
            <a:r>
              <a:rPr lang="en-US"/>
              <a:t>Key Tips for Markers</a:t>
            </a:r>
          </a:p>
        </p:txBody>
      </p:sp>
    </p:spTree>
    <p:extLst>
      <p:ext uri="{BB962C8B-B14F-4D97-AF65-F5344CB8AC3E}">
        <p14:creationId xmlns:p14="http://schemas.microsoft.com/office/powerpoint/2010/main" val="26673740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8567B-26AF-056C-84FD-4750E5738E10}"/>
              </a:ext>
            </a:extLst>
          </p:cNvPr>
          <p:cNvSpPr>
            <a:spLocks noGrp="1"/>
          </p:cNvSpPr>
          <p:nvPr>
            <p:ph type="title"/>
          </p:nvPr>
        </p:nvSpPr>
        <p:spPr>
          <a:xfrm>
            <a:off x="4848555" y="512011"/>
            <a:ext cx="6792069" cy="1259920"/>
          </a:xfrm>
        </p:spPr>
        <p:txBody>
          <a:bodyPr anchor="b">
            <a:normAutofit/>
          </a:bodyPr>
          <a:lstStyle/>
          <a:p>
            <a:r>
              <a:rPr lang="en-US"/>
              <a:t>Best Practices for Evaluating Submissions</a:t>
            </a:r>
          </a:p>
        </p:txBody>
      </p:sp>
      <p:pic>
        <p:nvPicPr>
          <p:cNvPr id="5" name="Content Placeholder 4" descr="Taking notes from home">
            <a:extLst>
              <a:ext uri="{FF2B5EF4-FFF2-40B4-BE49-F238E27FC236}">
                <a16:creationId xmlns:a16="http://schemas.microsoft.com/office/drawing/2014/main" id="{77577F93-0120-41E8-8145-8F399BDA7D70}"/>
              </a:ext>
            </a:extLst>
          </p:cNvPr>
          <p:cNvPicPr>
            <a:picLocks noGrp="1" noChangeAspect="1"/>
          </p:cNvPicPr>
          <p:nvPr>
            <p:ph type="pic" sz="quarter" idx="13"/>
          </p:nvPr>
        </p:nvPicPr>
        <p:blipFill>
          <a:blip r:embed="rId3"/>
          <a:srcRect l="23701" r="31506" b="1"/>
          <a:stretch>
            <a:fillRect/>
          </a:stretch>
        </p:blipFill>
        <p:spPr>
          <a:xfrm>
            <a:off x="533400" y="533399"/>
            <a:ext cx="3886200" cy="5791201"/>
          </a:xfrm>
          <a:prstGeom prst="rect">
            <a:avLst/>
          </a:prstGeom>
          <a:noFill/>
        </p:spPr>
      </p:pic>
      <p:sp>
        <p:nvSpPr>
          <p:cNvPr id="4" name="Content Placeholder 3">
            <a:extLst>
              <a:ext uri="{FF2B5EF4-FFF2-40B4-BE49-F238E27FC236}">
                <a16:creationId xmlns:a16="http://schemas.microsoft.com/office/drawing/2014/main" id="{46461FF5-1E1A-0AB1-846A-8370ABE2B758}"/>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48555" y="2148840"/>
            <a:ext cx="6792069" cy="4162372"/>
          </a:xfrm>
        </p:spPr>
        <p:txBody>
          <a:bodyPr>
            <a:normAutofit/>
          </a:bodyPr>
          <a:lstStyle/>
          <a:p>
            <a:pPr marL="0" indent="0">
              <a:lnSpc>
                <a:spcPct val="110000"/>
              </a:lnSpc>
              <a:spcBef>
                <a:spcPts val="2500"/>
              </a:spcBef>
              <a:buFont typeface="Arial" panose="020B0604020202020204" pitchFamily="34" charset="0"/>
              <a:buNone/>
            </a:pPr>
            <a:r>
              <a:rPr lang="en-US" b="1"/>
              <a:t>Transparency About AI Use</a:t>
            </a:r>
          </a:p>
          <a:p>
            <a:pPr marL="0" lvl="1" indent="0">
              <a:lnSpc>
                <a:spcPct val="110000"/>
              </a:lnSpc>
              <a:buFont typeface="Arial" panose="020B0604020202020204" pitchFamily="34" charset="0"/>
              <a:buNone/>
            </a:pPr>
            <a:r>
              <a:t>Markers should clarify any AI assistance used in submissions to promote honesty and clarity in grading.</a:t>
            </a:r>
            <a:endParaRPr lang="en-US"/>
          </a:p>
          <a:p>
            <a:pPr marL="0" indent="0">
              <a:lnSpc>
                <a:spcPct val="110000"/>
              </a:lnSpc>
              <a:spcBef>
                <a:spcPts val="2500"/>
              </a:spcBef>
              <a:buFont typeface="Arial" panose="020B0604020202020204" pitchFamily="34" charset="0"/>
              <a:buNone/>
            </a:pPr>
            <a:r>
              <a:rPr lang="en-US" b="1"/>
              <a:t>Evaluating Student Process</a:t>
            </a:r>
          </a:p>
          <a:p>
            <a:pPr marL="0" lvl="1" indent="0">
              <a:lnSpc>
                <a:spcPct val="110000"/>
              </a:lnSpc>
              <a:buFont typeface="Arial" panose="020B0604020202020204" pitchFamily="34" charset="0"/>
              <a:buNone/>
            </a:pPr>
            <a:r>
              <a:t>Look for clear evidence of the student’s problem-solving and learning process within their submission.</a:t>
            </a:r>
            <a:endParaRPr lang="en-US"/>
          </a:p>
          <a:p>
            <a:pPr marL="0" indent="0">
              <a:lnSpc>
                <a:spcPct val="110000"/>
              </a:lnSpc>
              <a:spcBef>
                <a:spcPts val="2500"/>
              </a:spcBef>
              <a:buFont typeface="Arial" panose="020B0604020202020204" pitchFamily="34" charset="0"/>
              <a:buNone/>
            </a:pPr>
            <a:r>
              <a:rPr lang="en-US" b="1"/>
              <a:t>Citation Verification</a:t>
            </a:r>
          </a:p>
          <a:p>
            <a:pPr marL="0" lvl="1" indent="0">
              <a:lnSpc>
                <a:spcPct val="110000"/>
              </a:lnSpc>
              <a:buFont typeface="Arial" panose="020B0604020202020204" pitchFamily="34" charset="0"/>
              <a:buNone/>
            </a:pPr>
            <a:r>
              <a:t>Verify all citations for accuracy to maintain academic integrity and proper referencing standards.</a:t>
            </a:r>
            <a:endParaRPr lang="en-US"/>
          </a:p>
          <a:p>
            <a:pPr marL="0" indent="0">
              <a:lnSpc>
                <a:spcPct val="110000"/>
              </a:lnSpc>
              <a:spcBef>
                <a:spcPts val="2500"/>
              </a:spcBef>
              <a:buFont typeface="Arial" panose="020B0604020202020204" pitchFamily="34" charset="0"/>
              <a:buNone/>
            </a:pPr>
            <a:r>
              <a:rPr lang="en-US" b="1"/>
              <a:t>Consistency and Reflection Review</a:t>
            </a:r>
          </a:p>
          <a:p>
            <a:pPr marL="0" lvl="1" indent="0">
              <a:lnSpc>
                <a:spcPct val="110000"/>
              </a:lnSpc>
              <a:buFont typeface="Arial" panose="020B0604020202020204" pitchFamily="34" charset="0"/>
              <a:buNone/>
            </a:pPr>
            <a:r>
              <a:t>Maintain consistency in style and logic while reviewing reflection sections for critical reasoning.</a:t>
            </a:r>
            <a:endParaRPr lang="en-US"/>
          </a:p>
        </p:txBody>
      </p:sp>
    </p:spTree>
    <p:extLst>
      <p:ext uri="{BB962C8B-B14F-4D97-AF65-F5344CB8AC3E}">
        <p14:creationId xmlns:p14="http://schemas.microsoft.com/office/powerpoint/2010/main" val="11822627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E949D-9A0A-CCE5-B01A-DE92C699DF39}"/>
              </a:ext>
            </a:extLst>
          </p:cNvPr>
          <p:cNvSpPr>
            <a:spLocks noGrp="1"/>
          </p:cNvSpPr>
          <p:nvPr>
            <p:ph type="title"/>
          </p:nvPr>
        </p:nvSpPr>
        <p:spPr>
          <a:xfrm>
            <a:off x="426997" y="3018408"/>
            <a:ext cx="8961120" cy="3247475"/>
          </a:xfrm>
        </p:spPr>
        <p:txBody>
          <a:bodyPr anchor="b">
            <a:normAutofit/>
          </a:bodyPr>
          <a:lstStyle/>
          <a:p>
            <a:r>
              <a:rPr lang="en-US"/>
              <a:t>Conclusion</a:t>
            </a:r>
          </a:p>
        </p:txBody>
      </p:sp>
    </p:spTree>
    <p:extLst>
      <p:ext uri="{BB962C8B-B14F-4D97-AF65-F5344CB8AC3E}">
        <p14:creationId xmlns:p14="http://schemas.microsoft.com/office/powerpoint/2010/main" val="3077697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C69F7-BA81-ABAE-1EEE-29B72A95F2D7}"/>
              </a:ext>
            </a:extLst>
          </p:cNvPr>
          <p:cNvSpPr>
            <a:spLocks noGrp="1"/>
          </p:cNvSpPr>
          <p:nvPr>
            <p:ph type="title"/>
          </p:nvPr>
        </p:nvSpPr>
        <p:spPr>
          <a:xfrm>
            <a:off x="7007497" y="691868"/>
            <a:ext cx="4660247" cy="1439210"/>
          </a:xfrm>
        </p:spPr>
        <p:txBody>
          <a:bodyPr anchor="t">
            <a:normAutofit/>
          </a:bodyPr>
          <a:lstStyle/>
          <a:p>
            <a:r>
              <a:rPr lang="en-US"/>
              <a:t>Final Thoughts and Acknowledgements</a:t>
            </a:r>
          </a:p>
        </p:txBody>
      </p:sp>
      <p:pic>
        <p:nvPicPr>
          <p:cNvPr id="5" name="Content Placeholder 4" descr="AI Artificial intelligence innovation internet computer technology">
            <a:extLst>
              <a:ext uri="{FF2B5EF4-FFF2-40B4-BE49-F238E27FC236}">
                <a16:creationId xmlns:a16="http://schemas.microsoft.com/office/drawing/2014/main" id="{7CBE33C1-050C-4027-BD75-2DB6270C48D1}"/>
              </a:ext>
            </a:extLst>
          </p:cNvPr>
          <p:cNvPicPr>
            <a:picLocks noGrp="1" noChangeAspect="1"/>
          </p:cNvPicPr>
          <p:nvPr>
            <p:ph type="pic" sz="quarter" idx="13"/>
          </p:nvPr>
        </p:nvPicPr>
        <p:blipFill>
          <a:blip r:embed="rId3"/>
          <a:srcRect l="15753" r="14754" b="1"/>
          <a:stretch>
            <a:fillRect/>
          </a:stretch>
        </p:blipFill>
        <p:spPr>
          <a:xfrm>
            <a:off x="533400" y="533399"/>
            <a:ext cx="6029286" cy="5791201"/>
          </a:xfrm>
          <a:prstGeom prst="rect">
            <a:avLst/>
          </a:prstGeom>
          <a:noFill/>
        </p:spPr>
      </p:pic>
      <p:sp>
        <p:nvSpPr>
          <p:cNvPr id="4" name="Content Placeholder 3">
            <a:extLst>
              <a:ext uri="{FF2B5EF4-FFF2-40B4-BE49-F238E27FC236}">
                <a16:creationId xmlns:a16="http://schemas.microsoft.com/office/drawing/2014/main" id="{BE635986-21DE-160C-C6E1-ABF6F8602EB1}"/>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07497" y="2211184"/>
            <a:ext cx="4660247" cy="4113415"/>
          </a:xfrm>
        </p:spPr>
        <p:txBody>
          <a:bodyPr>
            <a:normAutofit/>
          </a:bodyPr>
          <a:lstStyle/>
          <a:p>
            <a:pPr marL="0" indent="0">
              <a:spcBef>
                <a:spcPts val="2500"/>
              </a:spcBef>
              <a:buFont typeface="Arial" panose="020B0604020202020204" pitchFamily="34" charset="0"/>
              <a:buNone/>
            </a:pPr>
            <a:r>
              <a:rPr lang="en-US" b="1"/>
              <a:t>Fostering Integrity in Education</a:t>
            </a:r>
          </a:p>
          <a:p>
            <a:pPr marL="0" lvl="1" indent="0">
              <a:buFont typeface="Arial" panose="020B0604020202020204" pitchFamily="34" charset="0"/>
              <a:buNone/>
            </a:pPr>
            <a:r>
              <a:t>Implementing strategies encourages a culture of academic honesty and meaningful learning.</a:t>
            </a:r>
            <a:endParaRPr lang="en-US"/>
          </a:p>
          <a:p>
            <a:pPr marL="0" indent="0">
              <a:spcBef>
                <a:spcPts val="2500"/>
              </a:spcBef>
              <a:buFont typeface="Arial" panose="020B0604020202020204" pitchFamily="34" charset="0"/>
              <a:buNone/>
            </a:pPr>
            <a:r>
              <a:rPr lang="en-US" b="1"/>
              <a:t>Comprehensive Evaluation Framework</a:t>
            </a:r>
          </a:p>
          <a:p>
            <a:pPr marL="0" lvl="1" indent="0">
              <a:buFont typeface="Arial" panose="020B0604020202020204" pitchFamily="34" charset="0"/>
              <a:buNone/>
            </a:pPr>
            <a:r>
              <a:t>Decision tree, checklist, and rubrics provide tools for assessing authentic student effort in AI context.</a:t>
            </a:r>
            <a:endParaRPr lang="en-US"/>
          </a:p>
          <a:p>
            <a:pPr marL="0" indent="0">
              <a:spcBef>
                <a:spcPts val="2500"/>
              </a:spcBef>
              <a:buFont typeface="Arial" panose="020B0604020202020204" pitchFamily="34" charset="0"/>
              <a:buNone/>
            </a:pPr>
            <a:r>
              <a:rPr lang="en-US" b="1"/>
              <a:t>Collaboration for Effectiveness</a:t>
            </a:r>
          </a:p>
          <a:p>
            <a:pPr marL="0" lvl="1" indent="0">
              <a:buFont typeface="Arial" panose="020B0604020202020204" pitchFamily="34" charset="0"/>
              <a:buNone/>
            </a:pPr>
            <a:r>
              <a:t>Ongoing collaboration and transparency between students and educators ensures successful implementation.</a:t>
            </a:r>
            <a:endParaRPr lang="en-US"/>
          </a:p>
        </p:txBody>
      </p:sp>
    </p:spTree>
    <p:extLst>
      <p:ext uri="{BB962C8B-B14F-4D97-AF65-F5344CB8AC3E}">
        <p14:creationId xmlns:p14="http://schemas.microsoft.com/office/powerpoint/2010/main" val="22020325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Lines">
  <a:themeElements>
    <a:clrScheme name="Lines">
      <a:dk1>
        <a:srgbClr val="0F0F0F"/>
      </a:dk1>
      <a:lt1>
        <a:sysClr val="window" lastClr="FFFFFF"/>
      </a:lt1>
      <a:dk2>
        <a:srgbClr val="0A242A"/>
      </a:dk2>
      <a:lt2>
        <a:srgbClr val="F5F2ED"/>
      </a:lt2>
      <a:accent1>
        <a:srgbClr val="E45730"/>
      </a:accent1>
      <a:accent2>
        <a:srgbClr val="27717D"/>
      </a:accent2>
      <a:accent3>
        <a:srgbClr val="8CA8B5"/>
      </a:accent3>
      <a:accent4>
        <a:srgbClr val="607381"/>
      </a:accent4>
      <a:accent5>
        <a:srgbClr val="A39990"/>
      </a:accent5>
      <a:accent6>
        <a:srgbClr val="BA3106"/>
      </a:accent6>
      <a:hlink>
        <a:srgbClr val="E45730"/>
      </a:hlink>
      <a:folHlink>
        <a:srgbClr val="24717F"/>
      </a:folHlink>
    </a:clrScheme>
    <a:fontScheme name="Univers Condensed Arial Light">
      <a:majorFont>
        <a:latin typeface="Univers Condensed"/>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Lines" id="{656B2F94-71EE-4F5F-8AB6-423A33239BAD}" vid="{CD481196-1649-4740-8CB7-70D8662C6A2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8251039-0B1C-45AD-BDF3-E784F1E00F4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6DDFC564-B38B-4437-B10C-2B4F696FB123}">
  <ds:schemaRefs>
    <ds:schemaRef ds:uri="http://schemas.microsoft.com/sharepoint/v3/contenttype/forms"/>
  </ds:schemaRefs>
</ds:datastoreItem>
</file>

<file path=customXml/itemProps3.xml><?xml version="1.0" encoding="utf-8"?>
<ds:datastoreItem xmlns:ds="http://schemas.openxmlformats.org/officeDocument/2006/customXml" ds:itemID="{2EA6ECCF-1C9D-4352-BA6F-79122165958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Lines</Template>
  <TotalTime>2</TotalTime>
  <Words>4</Words>
  <Application>Microsoft Office PowerPoint</Application>
  <PresentationFormat>Widescreen</PresentationFormat>
  <Paragraphs>2</Paragraphs>
  <Slides>15</Slides>
  <Notes>15</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Lines</vt:lpstr>
      <vt:lpstr>Marker Decision Tree for Authentic Effort &amp; AI Use</vt:lpstr>
      <vt:lpstr>Introduction</vt:lpstr>
      <vt:lpstr>Overview and Purpose</vt:lpstr>
      <vt:lpstr>Marker Decision Tree Flowchart</vt:lpstr>
      <vt:lpstr>Visual Representation of Decision Steps</vt:lpstr>
      <vt:lpstr>Checklist for Authentic Effort</vt:lpstr>
      <vt:lpstr>Key Indicators of Student Engagement</vt:lpstr>
      <vt:lpstr>Rubric for Authentic Effort</vt:lpstr>
      <vt:lpstr>Evaluation Criteria and Performance Levels</vt:lpstr>
      <vt:lpstr>Sample Reflection Paragraph</vt:lpstr>
      <vt:lpstr>Model Example of Student Reflection</vt:lpstr>
      <vt:lpstr>Key Tips for Markers</vt:lpstr>
      <vt:lpstr>Best Practices for Evaluating Submissions</vt:lpstr>
      <vt:lpstr>Conclusion</vt:lpstr>
      <vt:lpstr>Final Thoughts and Acknowledgements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revision>3</cp:revision>
  <dcterms:created xsi:type="dcterms:W3CDTF">2025-08-04T19:15:43Z</dcterms:created>
  <dcterms:modified xsi:type="dcterms:W3CDTF">2025-11-14T12:24:32Z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